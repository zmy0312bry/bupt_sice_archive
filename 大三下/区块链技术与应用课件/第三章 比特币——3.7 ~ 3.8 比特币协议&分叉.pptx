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34"/>
  </p:notesMasterIdLst>
  <p:sldIdLst>
    <p:sldId id="1257" r:id="rId3"/>
    <p:sldId id="1393" r:id="rId4"/>
    <p:sldId id="1395" r:id="rId5"/>
    <p:sldId id="1396" r:id="rId6"/>
    <p:sldId id="1397" r:id="rId7"/>
    <p:sldId id="1398" r:id="rId8"/>
    <p:sldId id="1401" r:id="rId9"/>
    <p:sldId id="1402" r:id="rId10"/>
    <p:sldId id="1399" r:id="rId11"/>
    <p:sldId id="1404" r:id="rId12"/>
    <p:sldId id="1400" r:id="rId13"/>
    <p:sldId id="1405" r:id="rId14"/>
    <p:sldId id="1407" r:id="rId15"/>
    <p:sldId id="1409" r:id="rId16"/>
    <p:sldId id="1408" r:id="rId17"/>
    <p:sldId id="1410" r:id="rId18"/>
    <p:sldId id="1403" r:id="rId19"/>
    <p:sldId id="1378" r:id="rId20"/>
    <p:sldId id="1411" r:id="rId21"/>
    <p:sldId id="1412" r:id="rId22"/>
    <p:sldId id="1413" r:id="rId23"/>
    <p:sldId id="1406" r:id="rId24"/>
    <p:sldId id="1415" r:id="rId25"/>
    <p:sldId id="1414" r:id="rId26"/>
    <p:sldId id="1416" r:id="rId27"/>
    <p:sldId id="1417" r:id="rId28"/>
    <p:sldId id="1418" r:id="rId29"/>
    <p:sldId id="1420" r:id="rId30"/>
    <p:sldId id="1421" r:id="rId31"/>
    <p:sldId id="1422" r:id="rId32"/>
    <p:sldId id="994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393"/>
            <p14:sldId id="1395"/>
            <p14:sldId id="1396"/>
            <p14:sldId id="1397"/>
            <p14:sldId id="1398"/>
            <p14:sldId id="1401"/>
            <p14:sldId id="1402"/>
            <p14:sldId id="1399"/>
            <p14:sldId id="1404"/>
            <p14:sldId id="1400"/>
            <p14:sldId id="1405"/>
            <p14:sldId id="1407"/>
            <p14:sldId id="1409"/>
            <p14:sldId id="1408"/>
            <p14:sldId id="1410"/>
            <p14:sldId id="1403"/>
            <p14:sldId id="1378"/>
            <p14:sldId id="1411"/>
            <p14:sldId id="1412"/>
            <p14:sldId id="1413"/>
            <p14:sldId id="1406"/>
            <p14:sldId id="1415"/>
            <p14:sldId id="1414"/>
            <p14:sldId id="1416"/>
            <p14:sldId id="1417"/>
            <p14:sldId id="1418"/>
            <p14:sldId id="1420"/>
            <p14:sldId id="1421"/>
            <p14:sldId id="1422"/>
            <p14:sldId id="9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307E"/>
    <a:srgbClr val="0000CC"/>
    <a:srgbClr val="F9BC12"/>
    <a:srgbClr val="0000FF"/>
    <a:srgbClr val="B962FF"/>
    <a:srgbClr val="FDCB0B"/>
    <a:srgbClr val="FFD700"/>
    <a:srgbClr val="FFD801"/>
    <a:srgbClr val="EFB914"/>
    <a:srgbClr val="F5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61" autoAdjust="0"/>
    <p:restoredTop sz="97059" autoAdjust="0"/>
  </p:normalViewPr>
  <p:slideViewPr>
    <p:cSldViewPr snapToGrid="0" snapToObjects="1">
      <p:cViewPr varScale="1">
        <p:scale>
          <a:sx n="124" d="100"/>
          <a:sy n="124" d="100"/>
        </p:scale>
        <p:origin x="464" y="184"/>
      </p:cViewPr>
      <p:guideLst/>
    </p:cSldViewPr>
  </p:slideViewPr>
  <p:outlineViewPr>
    <p:cViewPr>
      <p:scale>
        <a:sx n="33" d="100"/>
        <a:sy n="33" d="100"/>
      </p:scale>
      <p:origin x="0" y="-3432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2026/4/3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056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2086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6494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425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406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0965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673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0276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340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5245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6734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7099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5445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5478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100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7797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4598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4795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642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0293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7743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5788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3561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47143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0865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53104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71991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680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coinexplorer.org/tx/a578a970910c5456938ad240350d82fedd44c4b76c8fd11590abbe339dd3b765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34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第三章 比特币</a:t>
            </a:r>
            <a:br>
              <a:rPr kumimoji="1" lang="en-US" altLang="zh-CN" dirty="0"/>
            </a:br>
            <a:r>
              <a:rPr kumimoji="1" lang="en-US" altLang="zh-CN" sz="3600" dirty="0"/>
              <a:t>——</a:t>
            </a:r>
            <a:r>
              <a:rPr kumimoji="1" lang="zh-CN" altLang="en-US" sz="3600" dirty="0"/>
              <a:t>比特币协议</a:t>
            </a:r>
            <a:r>
              <a:rPr kumimoji="1" lang="en-US" altLang="zh-CN" sz="3600" dirty="0"/>
              <a:t>&amp;</a:t>
            </a:r>
            <a:r>
              <a:rPr kumimoji="1" lang="zh-CN" altLang="en-US" sz="3600" dirty="0"/>
              <a:t>分叉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3.7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工作量证明（</a:t>
            </a:r>
            <a:r>
              <a:rPr kumimoji="1" lang="en-US" altLang="zh-CN" b="1" dirty="0" err="1">
                <a:solidFill>
                  <a:srgbClr val="B962FF"/>
                </a:solidFill>
                <a:latin typeface="Garamond" panose="02020404030301010803" pitchFamily="18" charset="0"/>
              </a:rPr>
              <a:t>PoW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3.8 </a:t>
            </a:r>
            <a:r>
              <a:rPr kumimoji="1" lang="zh-CN" altLang="en-US" dirty="0">
                <a:latin typeface="Garamond" panose="02020404030301010803" pitchFamily="18" charset="0"/>
              </a:rPr>
              <a:t>分叉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623C7858-36BD-405E-BDC0-6FDF6548BAD3}"/>
              </a:ext>
            </a:extLst>
          </p:cNvPr>
          <p:cNvSpPr/>
          <p:nvPr/>
        </p:nvSpPr>
        <p:spPr>
          <a:xfrm>
            <a:off x="6565308" y="1522858"/>
            <a:ext cx="3255413" cy="2223436"/>
          </a:xfrm>
          <a:prstGeom prst="wedgeRectCallout">
            <a:avLst>
              <a:gd name="adj1" fmla="val -97116"/>
              <a:gd name="adj2" fmla="val -4039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PoW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难度调整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铸币交易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交易费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0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解决方案一</a:t>
            </a:r>
            <a:r>
              <a:rPr lang="en-US" altLang="zh-CN" dirty="0"/>
              <a:t>——</a:t>
            </a:r>
            <a:r>
              <a:rPr lang="zh-CN" altLang="en-US" dirty="0"/>
              <a:t>投票机制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691259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方法</a:t>
            </a:r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47762E-CC79-4C2F-B563-083398E96CB4}"/>
              </a:ext>
            </a:extLst>
          </p:cNvPr>
          <p:cNvSpPr/>
          <p:nvPr/>
        </p:nvSpPr>
        <p:spPr>
          <a:xfrm>
            <a:off x="10131560" y="2959821"/>
            <a:ext cx="136388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怎么验证？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9D49A8-5160-443F-ADEB-CF423D308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320" y="2816803"/>
            <a:ext cx="601662" cy="60166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5C0793B-A1D4-4B4B-9E25-569151CEE708}"/>
              </a:ext>
            </a:extLst>
          </p:cNvPr>
          <p:cNvCxnSpPr>
            <a:cxnSpLocks/>
          </p:cNvCxnSpPr>
          <p:nvPr/>
        </p:nvCxnSpPr>
        <p:spPr>
          <a:xfrm>
            <a:off x="7768060" y="3145026"/>
            <a:ext cx="1684615" cy="0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C8E29BC-58FE-4040-AECA-F0CB5D40A747}"/>
              </a:ext>
            </a:extLst>
          </p:cNvPr>
          <p:cNvSpPr txBox="1"/>
          <p:nvPr/>
        </p:nvSpPr>
        <p:spPr>
          <a:xfrm>
            <a:off x="983854" y="3982931"/>
            <a:ext cx="7156846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30000"/>
              </a:lnSpc>
              <a:buFont typeface="+mj-ea"/>
              <a:buAutoNum type="circleNumDbPlain" startAt="4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某个全量节点打包一个区块，发给其他所有全量节点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3033DC-1BAC-4070-8956-9E2BB0E1836B}"/>
              </a:ext>
            </a:extLst>
          </p:cNvPr>
          <p:cNvSpPr txBox="1"/>
          <p:nvPr/>
        </p:nvSpPr>
        <p:spPr>
          <a:xfrm>
            <a:off x="994128" y="2866070"/>
            <a:ext cx="7626514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1" indent="-355600">
              <a:lnSpc>
                <a:spcPct val="130000"/>
              </a:lnSpc>
              <a:buFont typeface="+mj-ea"/>
              <a:buAutoNum type="circleNumDbPlain" startAt="2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所有全量节点对区块进行验证，包括</a:t>
            </a:r>
            <a:r>
              <a:rPr lang="zh-CN" altLang="en-US" sz="2200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交易合法性</a:t>
            </a:r>
            <a:endParaRPr lang="en-US" altLang="zh-CN" sz="2200" b="1" dirty="0">
              <a:solidFill>
                <a:srgbClr val="5B307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480CDA-9B40-4A23-9F22-32C6A9E492DF}"/>
              </a:ext>
            </a:extLst>
          </p:cNvPr>
          <p:cNvSpPr txBox="1"/>
          <p:nvPr/>
        </p:nvSpPr>
        <p:spPr>
          <a:xfrm>
            <a:off x="983854" y="3418465"/>
            <a:ext cx="7626514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1" indent="-355600">
              <a:lnSpc>
                <a:spcPct val="130000"/>
              </a:lnSpc>
              <a:buFont typeface="+mj-ea"/>
              <a:buAutoNum type="circleNumDbPlain" startAt="3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有全量节点投票，票数超过节点数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，接收区块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88D65E-89E4-447F-99FC-EFE8CE325285}"/>
              </a:ext>
            </a:extLst>
          </p:cNvPr>
          <p:cNvSpPr txBox="1"/>
          <p:nvPr/>
        </p:nvSpPr>
        <p:spPr>
          <a:xfrm>
            <a:off x="983854" y="2291330"/>
            <a:ext cx="7626514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所有全量节点把该区块作为最新区块存储在本地。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DED770-582F-41A8-8BEC-33D06AF5DD58}"/>
              </a:ext>
            </a:extLst>
          </p:cNvPr>
          <p:cNvSpPr/>
          <p:nvPr/>
        </p:nvSpPr>
        <p:spPr>
          <a:xfrm>
            <a:off x="983854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3F4AAF-2424-482D-B4B6-0F43E27490F9}"/>
              </a:ext>
            </a:extLst>
          </p:cNvPr>
          <p:cNvSpPr/>
          <p:nvPr/>
        </p:nvSpPr>
        <p:spPr>
          <a:xfrm>
            <a:off x="1759016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1F2A3A-3D6A-4AE5-B65C-FB3BA136DFA1}"/>
              </a:ext>
            </a:extLst>
          </p:cNvPr>
          <p:cNvSpPr/>
          <p:nvPr/>
        </p:nvSpPr>
        <p:spPr>
          <a:xfrm>
            <a:off x="2534178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B954CB-8C82-42BC-BC82-6CB2BD998B32}"/>
              </a:ext>
            </a:extLst>
          </p:cNvPr>
          <p:cNvSpPr/>
          <p:nvPr/>
        </p:nvSpPr>
        <p:spPr>
          <a:xfrm>
            <a:off x="3309340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3" name="直线箭头连接符 11">
            <a:extLst>
              <a:ext uri="{FF2B5EF4-FFF2-40B4-BE49-F238E27FC236}">
                <a16:creationId xmlns:a16="http://schemas.microsoft.com/office/drawing/2014/main" id="{BA0E1F43-D4BA-4191-8ADA-1030337F5ED6}"/>
              </a:ext>
            </a:extLst>
          </p:cNvPr>
          <p:cNvCxnSpPr>
            <a:cxnSpLocks/>
          </p:cNvCxnSpPr>
          <p:nvPr/>
        </p:nvCxnSpPr>
        <p:spPr>
          <a:xfrm flipH="1">
            <a:off x="1416116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12">
            <a:extLst>
              <a:ext uri="{FF2B5EF4-FFF2-40B4-BE49-F238E27FC236}">
                <a16:creationId xmlns:a16="http://schemas.microsoft.com/office/drawing/2014/main" id="{6748713B-B475-49C5-895F-E7FD65C711C7}"/>
              </a:ext>
            </a:extLst>
          </p:cNvPr>
          <p:cNvCxnSpPr>
            <a:cxnSpLocks/>
          </p:cNvCxnSpPr>
          <p:nvPr/>
        </p:nvCxnSpPr>
        <p:spPr>
          <a:xfrm flipH="1">
            <a:off x="2191278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13">
            <a:extLst>
              <a:ext uri="{FF2B5EF4-FFF2-40B4-BE49-F238E27FC236}">
                <a16:creationId xmlns:a16="http://schemas.microsoft.com/office/drawing/2014/main" id="{A5ADC738-646B-4388-A921-4C51E40ED758}"/>
              </a:ext>
            </a:extLst>
          </p:cNvPr>
          <p:cNvCxnSpPr>
            <a:cxnSpLocks/>
          </p:cNvCxnSpPr>
          <p:nvPr/>
        </p:nvCxnSpPr>
        <p:spPr>
          <a:xfrm flipH="1">
            <a:off x="2966440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DE8A7B0-6852-4EA1-B74E-E7CB25B09E24}"/>
              </a:ext>
            </a:extLst>
          </p:cNvPr>
          <p:cNvCxnSpPr>
            <a:cxnSpLocks/>
          </p:cNvCxnSpPr>
          <p:nvPr/>
        </p:nvCxnSpPr>
        <p:spPr>
          <a:xfrm flipH="1">
            <a:off x="3741602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EC4F2AF-F1BA-4638-994E-84DC6116FA55}"/>
              </a:ext>
            </a:extLst>
          </p:cNvPr>
          <p:cNvSpPr/>
          <p:nvPr/>
        </p:nvSpPr>
        <p:spPr>
          <a:xfrm>
            <a:off x="4084502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071F1B-5AAD-43F3-B427-273E7C38C420}"/>
              </a:ext>
            </a:extLst>
          </p:cNvPr>
          <p:cNvSpPr/>
          <p:nvPr/>
        </p:nvSpPr>
        <p:spPr>
          <a:xfrm>
            <a:off x="5147508" y="4670671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88530F-4385-4B0A-BF86-C17ED9F2A155}"/>
              </a:ext>
            </a:extLst>
          </p:cNvPr>
          <p:cNvSpPr txBox="1"/>
          <p:nvPr/>
        </p:nvSpPr>
        <p:spPr>
          <a:xfrm>
            <a:off x="462059" y="470228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9CF907-1E4E-4781-9B26-FFF30D7F90B8}"/>
              </a:ext>
            </a:extLst>
          </p:cNvPr>
          <p:cNvSpPr txBox="1"/>
          <p:nvPr/>
        </p:nvSpPr>
        <p:spPr>
          <a:xfrm>
            <a:off x="462059" y="597643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8373BC-CF6D-461F-B3AC-4390151DCECE}"/>
              </a:ext>
            </a:extLst>
          </p:cNvPr>
          <p:cNvSpPr txBox="1"/>
          <p:nvPr/>
        </p:nvSpPr>
        <p:spPr>
          <a:xfrm>
            <a:off x="7525197" y="469194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F6544E-989B-405A-AF1E-05FC481CFE26}"/>
              </a:ext>
            </a:extLst>
          </p:cNvPr>
          <p:cNvSpPr txBox="1"/>
          <p:nvPr/>
        </p:nvSpPr>
        <p:spPr>
          <a:xfrm>
            <a:off x="7518785" y="59244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D37A9A-FFDC-4419-8E7B-62AD1298E4FB}"/>
              </a:ext>
            </a:extLst>
          </p:cNvPr>
          <p:cNvSpPr/>
          <p:nvPr/>
        </p:nvSpPr>
        <p:spPr>
          <a:xfrm>
            <a:off x="983854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F48AC2-B2A4-4CED-A6DC-3C75DEE7B240}"/>
              </a:ext>
            </a:extLst>
          </p:cNvPr>
          <p:cNvSpPr/>
          <p:nvPr/>
        </p:nvSpPr>
        <p:spPr>
          <a:xfrm>
            <a:off x="1759016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E2D0D4-DE3F-4A93-8D9B-207EF34A8814}"/>
              </a:ext>
            </a:extLst>
          </p:cNvPr>
          <p:cNvSpPr/>
          <p:nvPr/>
        </p:nvSpPr>
        <p:spPr>
          <a:xfrm>
            <a:off x="2534178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561E89-3DEB-4B74-AB2C-C63CA1D2351A}"/>
              </a:ext>
            </a:extLst>
          </p:cNvPr>
          <p:cNvSpPr/>
          <p:nvPr/>
        </p:nvSpPr>
        <p:spPr>
          <a:xfrm>
            <a:off x="3309340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7" name="直线箭头连接符 11">
            <a:extLst>
              <a:ext uri="{FF2B5EF4-FFF2-40B4-BE49-F238E27FC236}">
                <a16:creationId xmlns:a16="http://schemas.microsoft.com/office/drawing/2014/main" id="{FBADAC8F-BB30-4992-A173-018775764D6F}"/>
              </a:ext>
            </a:extLst>
          </p:cNvPr>
          <p:cNvCxnSpPr>
            <a:cxnSpLocks/>
          </p:cNvCxnSpPr>
          <p:nvPr/>
        </p:nvCxnSpPr>
        <p:spPr>
          <a:xfrm flipH="1">
            <a:off x="1416116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12">
            <a:extLst>
              <a:ext uri="{FF2B5EF4-FFF2-40B4-BE49-F238E27FC236}">
                <a16:creationId xmlns:a16="http://schemas.microsoft.com/office/drawing/2014/main" id="{FCD79E46-E9B2-4027-8F29-074C119A84FE}"/>
              </a:ext>
            </a:extLst>
          </p:cNvPr>
          <p:cNvCxnSpPr>
            <a:cxnSpLocks/>
          </p:cNvCxnSpPr>
          <p:nvPr/>
        </p:nvCxnSpPr>
        <p:spPr>
          <a:xfrm flipH="1">
            <a:off x="2191278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13">
            <a:extLst>
              <a:ext uri="{FF2B5EF4-FFF2-40B4-BE49-F238E27FC236}">
                <a16:creationId xmlns:a16="http://schemas.microsoft.com/office/drawing/2014/main" id="{F3F5D832-CEEF-44E0-9C99-BDA01C5458AD}"/>
              </a:ext>
            </a:extLst>
          </p:cNvPr>
          <p:cNvCxnSpPr>
            <a:cxnSpLocks/>
          </p:cNvCxnSpPr>
          <p:nvPr/>
        </p:nvCxnSpPr>
        <p:spPr>
          <a:xfrm flipH="1">
            <a:off x="2966440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14">
            <a:extLst>
              <a:ext uri="{FF2B5EF4-FFF2-40B4-BE49-F238E27FC236}">
                <a16:creationId xmlns:a16="http://schemas.microsoft.com/office/drawing/2014/main" id="{4C049E1E-27FA-47C8-8FD3-F3A6E53077ED}"/>
              </a:ext>
            </a:extLst>
          </p:cNvPr>
          <p:cNvCxnSpPr>
            <a:cxnSpLocks/>
          </p:cNvCxnSpPr>
          <p:nvPr/>
        </p:nvCxnSpPr>
        <p:spPr>
          <a:xfrm flipH="1">
            <a:off x="3741602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4131C5C-E2BF-4618-8CD9-8E35D5053A9B}"/>
              </a:ext>
            </a:extLst>
          </p:cNvPr>
          <p:cNvSpPr/>
          <p:nvPr/>
        </p:nvSpPr>
        <p:spPr>
          <a:xfrm>
            <a:off x="4084502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A61A92-9C46-4127-9D49-B47E74E8E45A}"/>
              </a:ext>
            </a:extLst>
          </p:cNvPr>
          <p:cNvSpPr/>
          <p:nvPr/>
        </p:nvSpPr>
        <p:spPr>
          <a:xfrm>
            <a:off x="7962533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AF91E7-4E40-45E9-9632-F76307FF40C5}"/>
              </a:ext>
            </a:extLst>
          </p:cNvPr>
          <p:cNvSpPr/>
          <p:nvPr/>
        </p:nvSpPr>
        <p:spPr>
          <a:xfrm>
            <a:off x="8737695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3FB14B-0C75-4EA7-AAC1-50AA2BAB8A51}"/>
              </a:ext>
            </a:extLst>
          </p:cNvPr>
          <p:cNvSpPr/>
          <p:nvPr/>
        </p:nvSpPr>
        <p:spPr>
          <a:xfrm>
            <a:off x="9512857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187C2B-1987-4FA9-BD8A-618C10B56B66}"/>
              </a:ext>
            </a:extLst>
          </p:cNvPr>
          <p:cNvSpPr/>
          <p:nvPr/>
        </p:nvSpPr>
        <p:spPr>
          <a:xfrm>
            <a:off x="10288019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6" name="直线箭头连接符 11">
            <a:extLst>
              <a:ext uri="{FF2B5EF4-FFF2-40B4-BE49-F238E27FC236}">
                <a16:creationId xmlns:a16="http://schemas.microsoft.com/office/drawing/2014/main" id="{5C0AB6C6-9C0E-4909-94A7-E2019DA25409}"/>
              </a:ext>
            </a:extLst>
          </p:cNvPr>
          <p:cNvCxnSpPr>
            <a:cxnSpLocks/>
          </p:cNvCxnSpPr>
          <p:nvPr/>
        </p:nvCxnSpPr>
        <p:spPr>
          <a:xfrm flipH="1">
            <a:off x="8394795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12">
            <a:extLst>
              <a:ext uri="{FF2B5EF4-FFF2-40B4-BE49-F238E27FC236}">
                <a16:creationId xmlns:a16="http://schemas.microsoft.com/office/drawing/2014/main" id="{FCDDE752-507A-48C4-ABB3-D9862384B738}"/>
              </a:ext>
            </a:extLst>
          </p:cNvPr>
          <p:cNvCxnSpPr>
            <a:cxnSpLocks/>
          </p:cNvCxnSpPr>
          <p:nvPr/>
        </p:nvCxnSpPr>
        <p:spPr>
          <a:xfrm flipH="1">
            <a:off x="9169957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13">
            <a:extLst>
              <a:ext uri="{FF2B5EF4-FFF2-40B4-BE49-F238E27FC236}">
                <a16:creationId xmlns:a16="http://schemas.microsoft.com/office/drawing/2014/main" id="{9DA897AC-C26F-4FE7-B763-F70002365181}"/>
              </a:ext>
            </a:extLst>
          </p:cNvPr>
          <p:cNvCxnSpPr>
            <a:cxnSpLocks/>
          </p:cNvCxnSpPr>
          <p:nvPr/>
        </p:nvCxnSpPr>
        <p:spPr>
          <a:xfrm flipH="1">
            <a:off x="9945119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14">
            <a:extLst>
              <a:ext uri="{FF2B5EF4-FFF2-40B4-BE49-F238E27FC236}">
                <a16:creationId xmlns:a16="http://schemas.microsoft.com/office/drawing/2014/main" id="{4FE4D703-4467-4C0F-AD35-6C5AAB8B507B}"/>
              </a:ext>
            </a:extLst>
          </p:cNvPr>
          <p:cNvCxnSpPr>
            <a:cxnSpLocks/>
          </p:cNvCxnSpPr>
          <p:nvPr/>
        </p:nvCxnSpPr>
        <p:spPr>
          <a:xfrm flipH="1">
            <a:off x="10720281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F79B8A7-3179-4B20-BB01-D4D372BAF1A6}"/>
              </a:ext>
            </a:extLst>
          </p:cNvPr>
          <p:cNvSpPr/>
          <p:nvPr/>
        </p:nvSpPr>
        <p:spPr>
          <a:xfrm>
            <a:off x="11063181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EE183ED-F37E-46E0-A475-4D5A885CB53A}"/>
              </a:ext>
            </a:extLst>
          </p:cNvPr>
          <p:cNvSpPr/>
          <p:nvPr/>
        </p:nvSpPr>
        <p:spPr>
          <a:xfrm>
            <a:off x="7961070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7DF761-6FAE-4A3C-B557-16268E54275B}"/>
              </a:ext>
            </a:extLst>
          </p:cNvPr>
          <p:cNvSpPr/>
          <p:nvPr/>
        </p:nvSpPr>
        <p:spPr>
          <a:xfrm>
            <a:off x="8736232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71C18B-8F91-498B-B413-250883F51A57}"/>
              </a:ext>
            </a:extLst>
          </p:cNvPr>
          <p:cNvSpPr/>
          <p:nvPr/>
        </p:nvSpPr>
        <p:spPr>
          <a:xfrm>
            <a:off x="9511394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68F4BE-ADEE-42C9-AD48-F73F90B93176}"/>
              </a:ext>
            </a:extLst>
          </p:cNvPr>
          <p:cNvSpPr/>
          <p:nvPr/>
        </p:nvSpPr>
        <p:spPr>
          <a:xfrm>
            <a:off x="10286556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5" name="直线箭头连接符 11">
            <a:extLst>
              <a:ext uri="{FF2B5EF4-FFF2-40B4-BE49-F238E27FC236}">
                <a16:creationId xmlns:a16="http://schemas.microsoft.com/office/drawing/2014/main" id="{C808C1D0-9EF8-4974-A276-CCE007B32C08}"/>
              </a:ext>
            </a:extLst>
          </p:cNvPr>
          <p:cNvCxnSpPr>
            <a:cxnSpLocks/>
          </p:cNvCxnSpPr>
          <p:nvPr/>
        </p:nvCxnSpPr>
        <p:spPr>
          <a:xfrm flipH="1">
            <a:off x="8393332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12">
            <a:extLst>
              <a:ext uri="{FF2B5EF4-FFF2-40B4-BE49-F238E27FC236}">
                <a16:creationId xmlns:a16="http://schemas.microsoft.com/office/drawing/2014/main" id="{D9E347B4-8219-43C4-BDFE-FB14F528AA78}"/>
              </a:ext>
            </a:extLst>
          </p:cNvPr>
          <p:cNvCxnSpPr>
            <a:cxnSpLocks/>
          </p:cNvCxnSpPr>
          <p:nvPr/>
        </p:nvCxnSpPr>
        <p:spPr>
          <a:xfrm flipH="1">
            <a:off x="9168494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13">
            <a:extLst>
              <a:ext uri="{FF2B5EF4-FFF2-40B4-BE49-F238E27FC236}">
                <a16:creationId xmlns:a16="http://schemas.microsoft.com/office/drawing/2014/main" id="{221E3A10-F8AD-4BDB-BDA5-A020D5368366}"/>
              </a:ext>
            </a:extLst>
          </p:cNvPr>
          <p:cNvCxnSpPr>
            <a:cxnSpLocks/>
          </p:cNvCxnSpPr>
          <p:nvPr/>
        </p:nvCxnSpPr>
        <p:spPr>
          <a:xfrm flipH="1">
            <a:off x="9943656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14">
            <a:extLst>
              <a:ext uri="{FF2B5EF4-FFF2-40B4-BE49-F238E27FC236}">
                <a16:creationId xmlns:a16="http://schemas.microsoft.com/office/drawing/2014/main" id="{29F003ED-4392-4F7B-BDA8-FC0BB488C0EC}"/>
              </a:ext>
            </a:extLst>
          </p:cNvPr>
          <p:cNvCxnSpPr>
            <a:cxnSpLocks/>
          </p:cNvCxnSpPr>
          <p:nvPr/>
        </p:nvCxnSpPr>
        <p:spPr>
          <a:xfrm flipH="1">
            <a:off x="10718818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8591485D-41AA-4A7E-98B7-06217343D126}"/>
              </a:ext>
            </a:extLst>
          </p:cNvPr>
          <p:cNvSpPr/>
          <p:nvPr/>
        </p:nvSpPr>
        <p:spPr>
          <a:xfrm>
            <a:off x="11061718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1" name="直线箭头连接符 14">
            <a:extLst>
              <a:ext uri="{FF2B5EF4-FFF2-40B4-BE49-F238E27FC236}">
                <a16:creationId xmlns:a16="http://schemas.microsoft.com/office/drawing/2014/main" id="{A189A9B9-A2ED-4265-A043-4C8ACE6BA23D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4516764" y="4882646"/>
            <a:ext cx="630744" cy="430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8270488-A64F-4B3F-8909-96388542F916}"/>
              </a:ext>
            </a:extLst>
          </p:cNvPr>
          <p:cNvCxnSpPr>
            <a:stCxn id="30" idx="0"/>
            <a:endCxn id="28" idx="2"/>
          </p:cNvCxnSpPr>
          <p:nvPr/>
        </p:nvCxnSpPr>
        <p:spPr>
          <a:xfrm rot="5400000" flipH="1" flipV="1">
            <a:off x="2556581" y="3169376"/>
            <a:ext cx="881813" cy="4732303"/>
          </a:xfrm>
          <a:prstGeom prst="bentConnector3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4BA42CA4-16FB-46ED-AE9B-12DFF76C8F04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rot="16200000" flipV="1">
            <a:off x="6114137" y="4344122"/>
            <a:ext cx="829840" cy="2330835"/>
          </a:xfrm>
          <a:prstGeom prst="bentConnector3">
            <a:avLst>
              <a:gd name="adj1" fmla="val 46939"/>
            </a:avLst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75F7C27-2D7E-477D-BBAF-A6BAA4E15DD7}"/>
              </a:ext>
            </a:extLst>
          </p:cNvPr>
          <p:cNvCxnSpPr>
            <a:stCxn id="31" idx="1"/>
            <a:endCxn id="28" idx="3"/>
          </p:cNvCxnSpPr>
          <p:nvPr/>
        </p:nvCxnSpPr>
        <p:spPr>
          <a:xfrm flipH="1">
            <a:off x="5579770" y="4876607"/>
            <a:ext cx="1945427" cy="6039"/>
          </a:xfrm>
          <a:prstGeom prst="straightConnector1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5D1CE8-C103-47F1-B9F6-388F5EE0487D}"/>
              </a:ext>
            </a:extLst>
          </p:cNvPr>
          <p:cNvSpPr txBox="1"/>
          <p:nvPr/>
        </p:nvSpPr>
        <p:spPr>
          <a:xfrm>
            <a:off x="6349291" y="50001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投票</a:t>
            </a:r>
          </a:p>
        </p:txBody>
      </p:sp>
    </p:spTree>
    <p:extLst>
      <p:ext uri="{BB962C8B-B14F-4D97-AF65-F5344CB8AC3E}">
        <p14:creationId xmlns:p14="http://schemas.microsoft.com/office/powerpoint/2010/main" val="12675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1" grpId="0"/>
      <p:bldP spid="13" grpId="0"/>
      <p:bldP spid="15" grpId="0"/>
      <p:bldP spid="17" grpId="0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9" grpId="0" animBg="1"/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解决方案一</a:t>
            </a:r>
            <a:r>
              <a:rPr lang="en-US" altLang="zh-CN" dirty="0"/>
              <a:t>——</a:t>
            </a:r>
            <a:r>
              <a:rPr lang="zh-CN" altLang="en-US" dirty="0"/>
              <a:t>投票机制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691259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问题</a:t>
            </a:r>
            <a:r>
              <a:rPr lang="en-US" altLang="zh-CN" dirty="0"/>
              <a:t>——</a:t>
            </a:r>
            <a:r>
              <a:rPr lang="zh-CN" altLang="en-US" b="1" dirty="0">
                <a:solidFill>
                  <a:srgbClr val="5B307E"/>
                </a:solidFill>
              </a:rPr>
              <a:t>谁有权投票？</a:t>
            </a:r>
            <a:endParaRPr lang="en-US" altLang="zh-CN" b="1" dirty="0">
              <a:solidFill>
                <a:srgbClr val="5B307E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DED770-582F-41A8-8BEC-33D06AF5DD58}"/>
              </a:ext>
            </a:extLst>
          </p:cNvPr>
          <p:cNvSpPr/>
          <p:nvPr/>
        </p:nvSpPr>
        <p:spPr>
          <a:xfrm>
            <a:off x="983854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3F4AAF-2424-482D-B4B6-0F43E27490F9}"/>
              </a:ext>
            </a:extLst>
          </p:cNvPr>
          <p:cNvSpPr/>
          <p:nvPr/>
        </p:nvSpPr>
        <p:spPr>
          <a:xfrm>
            <a:off x="1759016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1F2A3A-3D6A-4AE5-B65C-FB3BA136DFA1}"/>
              </a:ext>
            </a:extLst>
          </p:cNvPr>
          <p:cNvSpPr/>
          <p:nvPr/>
        </p:nvSpPr>
        <p:spPr>
          <a:xfrm>
            <a:off x="2534178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B954CB-8C82-42BC-BC82-6CB2BD998B32}"/>
              </a:ext>
            </a:extLst>
          </p:cNvPr>
          <p:cNvSpPr/>
          <p:nvPr/>
        </p:nvSpPr>
        <p:spPr>
          <a:xfrm>
            <a:off x="3309340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3" name="直线箭头连接符 11">
            <a:extLst>
              <a:ext uri="{FF2B5EF4-FFF2-40B4-BE49-F238E27FC236}">
                <a16:creationId xmlns:a16="http://schemas.microsoft.com/office/drawing/2014/main" id="{BA0E1F43-D4BA-4191-8ADA-1030337F5ED6}"/>
              </a:ext>
            </a:extLst>
          </p:cNvPr>
          <p:cNvCxnSpPr>
            <a:cxnSpLocks/>
          </p:cNvCxnSpPr>
          <p:nvPr/>
        </p:nvCxnSpPr>
        <p:spPr>
          <a:xfrm flipH="1">
            <a:off x="1416116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12">
            <a:extLst>
              <a:ext uri="{FF2B5EF4-FFF2-40B4-BE49-F238E27FC236}">
                <a16:creationId xmlns:a16="http://schemas.microsoft.com/office/drawing/2014/main" id="{6748713B-B475-49C5-895F-E7FD65C711C7}"/>
              </a:ext>
            </a:extLst>
          </p:cNvPr>
          <p:cNvCxnSpPr>
            <a:cxnSpLocks/>
          </p:cNvCxnSpPr>
          <p:nvPr/>
        </p:nvCxnSpPr>
        <p:spPr>
          <a:xfrm flipH="1">
            <a:off x="2191278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13">
            <a:extLst>
              <a:ext uri="{FF2B5EF4-FFF2-40B4-BE49-F238E27FC236}">
                <a16:creationId xmlns:a16="http://schemas.microsoft.com/office/drawing/2014/main" id="{A5ADC738-646B-4388-A921-4C51E40ED758}"/>
              </a:ext>
            </a:extLst>
          </p:cNvPr>
          <p:cNvCxnSpPr>
            <a:cxnSpLocks/>
          </p:cNvCxnSpPr>
          <p:nvPr/>
        </p:nvCxnSpPr>
        <p:spPr>
          <a:xfrm flipH="1">
            <a:off x="2966440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DE8A7B0-6852-4EA1-B74E-E7CB25B09E24}"/>
              </a:ext>
            </a:extLst>
          </p:cNvPr>
          <p:cNvCxnSpPr>
            <a:cxnSpLocks/>
          </p:cNvCxnSpPr>
          <p:nvPr/>
        </p:nvCxnSpPr>
        <p:spPr>
          <a:xfrm flipH="1">
            <a:off x="3741602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EC4F2AF-F1BA-4638-994E-84DC6116FA55}"/>
              </a:ext>
            </a:extLst>
          </p:cNvPr>
          <p:cNvSpPr/>
          <p:nvPr/>
        </p:nvSpPr>
        <p:spPr>
          <a:xfrm>
            <a:off x="4084502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071F1B-5AAD-43F3-B427-273E7C38C420}"/>
              </a:ext>
            </a:extLst>
          </p:cNvPr>
          <p:cNvSpPr/>
          <p:nvPr/>
        </p:nvSpPr>
        <p:spPr>
          <a:xfrm>
            <a:off x="5147508" y="4670671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88530F-4385-4B0A-BF86-C17ED9F2A155}"/>
              </a:ext>
            </a:extLst>
          </p:cNvPr>
          <p:cNvSpPr txBox="1"/>
          <p:nvPr/>
        </p:nvSpPr>
        <p:spPr>
          <a:xfrm>
            <a:off x="462059" y="470228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9CF907-1E4E-4781-9B26-FFF30D7F90B8}"/>
              </a:ext>
            </a:extLst>
          </p:cNvPr>
          <p:cNvSpPr txBox="1"/>
          <p:nvPr/>
        </p:nvSpPr>
        <p:spPr>
          <a:xfrm>
            <a:off x="462059" y="597643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8373BC-CF6D-461F-B3AC-4390151DCECE}"/>
              </a:ext>
            </a:extLst>
          </p:cNvPr>
          <p:cNvSpPr txBox="1"/>
          <p:nvPr/>
        </p:nvSpPr>
        <p:spPr>
          <a:xfrm>
            <a:off x="7525197" y="469194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F6544E-989B-405A-AF1E-05FC481CFE26}"/>
              </a:ext>
            </a:extLst>
          </p:cNvPr>
          <p:cNvSpPr txBox="1"/>
          <p:nvPr/>
        </p:nvSpPr>
        <p:spPr>
          <a:xfrm>
            <a:off x="7518785" y="59244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D37A9A-FFDC-4419-8E7B-62AD1298E4FB}"/>
              </a:ext>
            </a:extLst>
          </p:cNvPr>
          <p:cNvSpPr/>
          <p:nvPr/>
        </p:nvSpPr>
        <p:spPr>
          <a:xfrm>
            <a:off x="983854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F48AC2-B2A4-4CED-A6DC-3C75DEE7B240}"/>
              </a:ext>
            </a:extLst>
          </p:cNvPr>
          <p:cNvSpPr/>
          <p:nvPr/>
        </p:nvSpPr>
        <p:spPr>
          <a:xfrm>
            <a:off x="1759016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E2D0D4-DE3F-4A93-8D9B-207EF34A8814}"/>
              </a:ext>
            </a:extLst>
          </p:cNvPr>
          <p:cNvSpPr/>
          <p:nvPr/>
        </p:nvSpPr>
        <p:spPr>
          <a:xfrm>
            <a:off x="2534178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561E89-3DEB-4B74-AB2C-C63CA1D2351A}"/>
              </a:ext>
            </a:extLst>
          </p:cNvPr>
          <p:cNvSpPr/>
          <p:nvPr/>
        </p:nvSpPr>
        <p:spPr>
          <a:xfrm>
            <a:off x="3309340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7" name="直线箭头连接符 11">
            <a:extLst>
              <a:ext uri="{FF2B5EF4-FFF2-40B4-BE49-F238E27FC236}">
                <a16:creationId xmlns:a16="http://schemas.microsoft.com/office/drawing/2014/main" id="{FBADAC8F-BB30-4992-A173-018775764D6F}"/>
              </a:ext>
            </a:extLst>
          </p:cNvPr>
          <p:cNvCxnSpPr>
            <a:cxnSpLocks/>
          </p:cNvCxnSpPr>
          <p:nvPr/>
        </p:nvCxnSpPr>
        <p:spPr>
          <a:xfrm flipH="1">
            <a:off x="1416116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12">
            <a:extLst>
              <a:ext uri="{FF2B5EF4-FFF2-40B4-BE49-F238E27FC236}">
                <a16:creationId xmlns:a16="http://schemas.microsoft.com/office/drawing/2014/main" id="{FCD79E46-E9B2-4027-8F29-074C119A84FE}"/>
              </a:ext>
            </a:extLst>
          </p:cNvPr>
          <p:cNvCxnSpPr>
            <a:cxnSpLocks/>
          </p:cNvCxnSpPr>
          <p:nvPr/>
        </p:nvCxnSpPr>
        <p:spPr>
          <a:xfrm flipH="1">
            <a:off x="2191278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13">
            <a:extLst>
              <a:ext uri="{FF2B5EF4-FFF2-40B4-BE49-F238E27FC236}">
                <a16:creationId xmlns:a16="http://schemas.microsoft.com/office/drawing/2014/main" id="{F3F5D832-CEEF-44E0-9C99-BDA01C5458AD}"/>
              </a:ext>
            </a:extLst>
          </p:cNvPr>
          <p:cNvCxnSpPr>
            <a:cxnSpLocks/>
          </p:cNvCxnSpPr>
          <p:nvPr/>
        </p:nvCxnSpPr>
        <p:spPr>
          <a:xfrm flipH="1">
            <a:off x="2966440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14">
            <a:extLst>
              <a:ext uri="{FF2B5EF4-FFF2-40B4-BE49-F238E27FC236}">
                <a16:creationId xmlns:a16="http://schemas.microsoft.com/office/drawing/2014/main" id="{4C049E1E-27FA-47C8-8FD3-F3A6E53077ED}"/>
              </a:ext>
            </a:extLst>
          </p:cNvPr>
          <p:cNvCxnSpPr>
            <a:cxnSpLocks/>
          </p:cNvCxnSpPr>
          <p:nvPr/>
        </p:nvCxnSpPr>
        <p:spPr>
          <a:xfrm flipH="1">
            <a:off x="3741602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4131C5C-E2BF-4618-8CD9-8E35D5053A9B}"/>
              </a:ext>
            </a:extLst>
          </p:cNvPr>
          <p:cNvSpPr/>
          <p:nvPr/>
        </p:nvSpPr>
        <p:spPr>
          <a:xfrm>
            <a:off x="4084502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A61A92-9C46-4127-9D49-B47E74E8E45A}"/>
              </a:ext>
            </a:extLst>
          </p:cNvPr>
          <p:cNvSpPr/>
          <p:nvPr/>
        </p:nvSpPr>
        <p:spPr>
          <a:xfrm>
            <a:off x="7962533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AF91E7-4E40-45E9-9632-F76307FF40C5}"/>
              </a:ext>
            </a:extLst>
          </p:cNvPr>
          <p:cNvSpPr/>
          <p:nvPr/>
        </p:nvSpPr>
        <p:spPr>
          <a:xfrm>
            <a:off x="8737695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3FB14B-0C75-4EA7-AAC1-50AA2BAB8A51}"/>
              </a:ext>
            </a:extLst>
          </p:cNvPr>
          <p:cNvSpPr/>
          <p:nvPr/>
        </p:nvSpPr>
        <p:spPr>
          <a:xfrm>
            <a:off x="9512857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187C2B-1987-4FA9-BD8A-618C10B56B66}"/>
              </a:ext>
            </a:extLst>
          </p:cNvPr>
          <p:cNvSpPr/>
          <p:nvPr/>
        </p:nvSpPr>
        <p:spPr>
          <a:xfrm>
            <a:off x="10288019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6" name="直线箭头连接符 11">
            <a:extLst>
              <a:ext uri="{FF2B5EF4-FFF2-40B4-BE49-F238E27FC236}">
                <a16:creationId xmlns:a16="http://schemas.microsoft.com/office/drawing/2014/main" id="{5C0AB6C6-9C0E-4909-94A7-E2019DA25409}"/>
              </a:ext>
            </a:extLst>
          </p:cNvPr>
          <p:cNvCxnSpPr>
            <a:cxnSpLocks/>
          </p:cNvCxnSpPr>
          <p:nvPr/>
        </p:nvCxnSpPr>
        <p:spPr>
          <a:xfrm flipH="1">
            <a:off x="8394795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12">
            <a:extLst>
              <a:ext uri="{FF2B5EF4-FFF2-40B4-BE49-F238E27FC236}">
                <a16:creationId xmlns:a16="http://schemas.microsoft.com/office/drawing/2014/main" id="{FCDDE752-507A-48C4-ABB3-D9862384B738}"/>
              </a:ext>
            </a:extLst>
          </p:cNvPr>
          <p:cNvCxnSpPr>
            <a:cxnSpLocks/>
          </p:cNvCxnSpPr>
          <p:nvPr/>
        </p:nvCxnSpPr>
        <p:spPr>
          <a:xfrm flipH="1">
            <a:off x="9169957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13">
            <a:extLst>
              <a:ext uri="{FF2B5EF4-FFF2-40B4-BE49-F238E27FC236}">
                <a16:creationId xmlns:a16="http://schemas.microsoft.com/office/drawing/2014/main" id="{9DA897AC-C26F-4FE7-B763-F70002365181}"/>
              </a:ext>
            </a:extLst>
          </p:cNvPr>
          <p:cNvCxnSpPr>
            <a:cxnSpLocks/>
          </p:cNvCxnSpPr>
          <p:nvPr/>
        </p:nvCxnSpPr>
        <p:spPr>
          <a:xfrm flipH="1">
            <a:off x="9945119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14">
            <a:extLst>
              <a:ext uri="{FF2B5EF4-FFF2-40B4-BE49-F238E27FC236}">
                <a16:creationId xmlns:a16="http://schemas.microsoft.com/office/drawing/2014/main" id="{4FE4D703-4467-4C0F-AD35-6C5AAB8B507B}"/>
              </a:ext>
            </a:extLst>
          </p:cNvPr>
          <p:cNvCxnSpPr>
            <a:cxnSpLocks/>
          </p:cNvCxnSpPr>
          <p:nvPr/>
        </p:nvCxnSpPr>
        <p:spPr>
          <a:xfrm flipH="1">
            <a:off x="10720281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F79B8A7-3179-4B20-BB01-D4D372BAF1A6}"/>
              </a:ext>
            </a:extLst>
          </p:cNvPr>
          <p:cNvSpPr/>
          <p:nvPr/>
        </p:nvSpPr>
        <p:spPr>
          <a:xfrm>
            <a:off x="11063181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EE183ED-F37E-46E0-A475-4D5A885CB53A}"/>
              </a:ext>
            </a:extLst>
          </p:cNvPr>
          <p:cNvSpPr/>
          <p:nvPr/>
        </p:nvSpPr>
        <p:spPr>
          <a:xfrm>
            <a:off x="7961070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7DF761-6FAE-4A3C-B557-16268E54275B}"/>
              </a:ext>
            </a:extLst>
          </p:cNvPr>
          <p:cNvSpPr/>
          <p:nvPr/>
        </p:nvSpPr>
        <p:spPr>
          <a:xfrm>
            <a:off x="8736232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71C18B-8F91-498B-B413-250883F51A57}"/>
              </a:ext>
            </a:extLst>
          </p:cNvPr>
          <p:cNvSpPr/>
          <p:nvPr/>
        </p:nvSpPr>
        <p:spPr>
          <a:xfrm>
            <a:off x="9511394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68F4BE-ADEE-42C9-AD48-F73F90B93176}"/>
              </a:ext>
            </a:extLst>
          </p:cNvPr>
          <p:cNvSpPr/>
          <p:nvPr/>
        </p:nvSpPr>
        <p:spPr>
          <a:xfrm>
            <a:off x="10286556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5" name="直线箭头连接符 11">
            <a:extLst>
              <a:ext uri="{FF2B5EF4-FFF2-40B4-BE49-F238E27FC236}">
                <a16:creationId xmlns:a16="http://schemas.microsoft.com/office/drawing/2014/main" id="{C808C1D0-9EF8-4974-A276-CCE007B32C08}"/>
              </a:ext>
            </a:extLst>
          </p:cNvPr>
          <p:cNvCxnSpPr>
            <a:cxnSpLocks/>
          </p:cNvCxnSpPr>
          <p:nvPr/>
        </p:nvCxnSpPr>
        <p:spPr>
          <a:xfrm flipH="1">
            <a:off x="8393332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12">
            <a:extLst>
              <a:ext uri="{FF2B5EF4-FFF2-40B4-BE49-F238E27FC236}">
                <a16:creationId xmlns:a16="http://schemas.microsoft.com/office/drawing/2014/main" id="{D9E347B4-8219-43C4-BDFE-FB14F528AA78}"/>
              </a:ext>
            </a:extLst>
          </p:cNvPr>
          <p:cNvCxnSpPr>
            <a:cxnSpLocks/>
          </p:cNvCxnSpPr>
          <p:nvPr/>
        </p:nvCxnSpPr>
        <p:spPr>
          <a:xfrm flipH="1">
            <a:off x="9168494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13">
            <a:extLst>
              <a:ext uri="{FF2B5EF4-FFF2-40B4-BE49-F238E27FC236}">
                <a16:creationId xmlns:a16="http://schemas.microsoft.com/office/drawing/2014/main" id="{221E3A10-F8AD-4BDB-BDA5-A020D5368366}"/>
              </a:ext>
            </a:extLst>
          </p:cNvPr>
          <p:cNvCxnSpPr>
            <a:cxnSpLocks/>
          </p:cNvCxnSpPr>
          <p:nvPr/>
        </p:nvCxnSpPr>
        <p:spPr>
          <a:xfrm flipH="1">
            <a:off x="9943656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14">
            <a:extLst>
              <a:ext uri="{FF2B5EF4-FFF2-40B4-BE49-F238E27FC236}">
                <a16:creationId xmlns:a16="http://schemas.microsoft.com/office/drawing/2014/main" id="{29F003ED-4392-4F7B-BDA8-FC0BB488C0EC}"/>
              </a:ext>
            </a:extLst>
          </p:cNvPr>
          <p:cNvCxnSpPr>
            <a:cxnSpLocks/>
          </p:cNvCxnSpPr>
          <p:nvPr/>
        </p:nvCxnSpPr>
        <p:spPr>
          <a:xfrm flipH="1">
            <a:off x="10718818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8591485D-41AA-4A7E-98B7-06217343D126}"/>
              </a:ext>
            </a:extLst>
          </p:cNvPr>
          <p:cNvSpPr/>
          <p:nvPr/>
        </p:nvSpPr>
        <p:spPr>
          <a:xfrm>
            <a:off x="11061718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1" name="直线箭头连接符 14">
            <a:extLst>
              <a:ext uri="{FF2B5EF4-FFF2-40B4-BE49-F238E27FC236}">
                <a16:creationId xmlns:a16="http://schemas.microsoft.com/office/drawing/2014/main" id="{A189A9B9-A2ED-4265-A043-4C8ACE6BA23D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4516764" y="4882646"/>
            <a:ext cx="630744" cy="430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8270488-A64F-4B3F-8909-96388542F916}"/>
              </a:ext>
            </a:extLst>
          </p:cNvPr>
          <p:cNvCxnSpPr>
            <a:stCxn id="30" idx="0"/>
            <a:endCxn id="28" idx="2"/>
          </p:cNvCxnSpPr>
          <p:nvPr/>
        </p:nvCxnSpPr>
        <p:spPr>
          <a:xfrm rot="5400000" flipH="1" flipV="1">
            <a:off x="2556581" y="3169376"/>
            <a:ext cx="881813" cy="4732303"/>
          </a:xfrm>
          <a:prstGeom prst="bentConnector3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4BA42CA4-16FB-46ED-AE9B-12DFF76C8F04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rot="16200000" flipV="1">
            <a:off x="6114137" y="4344122"/>
            <a:ext cx="829840" cy="2330835"/>
          </a:xfrm>
          <a:prstGeom prst="bentConnector3">
            <a:avLst>
              <a:gd name="adj1" fmla="val 46939"/>
            </a:avLst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75F7C27-2D7E-477D-BBAF-A6BAA4E15DD7}"/>
              </a:ext>
            </a:extLst>
          </p:cNvPr>
          <p:cNvCxnSpPr>
            <a:stCxn id="31" idx="1"/>
            <a:endCxn id="28" idx="3"/>
          </p:cNvCxnSpPr>
          <p:nvPr/>
        </p:nvCxnSpPr>
        <p:spPr>
          <a:xfrm flipH="1">
            <a:off x="5579770" y="4876607"/>
            <a:ext cx="1945427" cy="6039"/>
          </a:xfrm>
          <a:prstGeom prst="straightConnector1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5D1CE8-C103-47F1-B9F6-388F5EE0487D}"/>
              </a:ext>
            </a:extLst>
          </p:cNvPr>
          <p:cNvSpPr txBox="1"/>
          <p:nvPr/>
        </p:nvSpPr>
        <p:spPr>
          <a:xfrm>
            <a:off x="6349291" y="50001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投票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EAAFB42-E759-4A51-99B0-345F0EB029B6}"/>
              </a:ext>
            </a:extLst>
          </p:cNvPr>
          <p:cNvSpPr txBox="1"/>
          <p:nvPr/>
        </p:nvSpPr>
        <p:spPr>
          <a:xfrm>
            <a:off x="575176" y="2169212"/>
            <a:ext cx="3876871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Sybil Attack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：女巫攻击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16905CF-D5B2-40BA-B730-C888E41E48D0}"/>
              </a:ext>
            </a:extLst>
          </p:cNvPr>
          <p:cNvSpPr txBox="1"/>
          <p:nvPr/>
        </p:nvSpPr>
        <p:spPr>
          <a:xfrm>
            <a:off x="406496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6D68F87-B9EF-4D37-9D53-B0A8AC04436D}"/>
              </a:ext>
            </a:extLst>
          </p:cNvPr>
          <p:cNvSpPr txBox="1"/>
          <p:nvPr/>
        </p:nvSpPr>
        <p:spPr>
          <a:xfrm>
            <a:off x="978559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B78BDA-DD1D-4261-9CE1-9ED1B2143F7D}"/>
              </a:ext>
            </a:extLst>
          </p:cNvPr>
          <p:cNvSpPr txBox="1"/>
          <p:nvPr/>
        </p:nvSpPr>
        <p:spPr>
          <a:xfrm>
            <a:off x="1550621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6030C5B-1779-489E-B128-ED29714713CB}"/>
              </a:ext>
            </a:extLst>
          </p:cNvPr>
          <p:cNvSpPr txBox="1"/>
          <p:nvPr/>
        </p:nvSpPr>
        <p:spPr>
          <a:xfrm>
            <a:off x="2122683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74FB94A-C0DA-4CF5-BDCF-4C97C9F69D88}"/>
              </a:ext>
            </a:extLst>
          </p:cNvPr>
          <p:cNvSpPr txBox="1"/>
          <p:nvPr/>
        </p:nvSpPr>
        <p:spPr>
          <a:xfrm>
            <a:off x="2694746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66CE840-578A-468C-A6E1-3D4F59D32F57}"/>
              </a:ext>
            </a:extLst>
          </p:cNvPr>
          <p:cNvSpPr txBox="1"/>
          <p:nvPr/>
        </p:nvSpPr>
        <p:spPr>
          <a:xfrm>
            <a:off x="3266809" y="38580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2F481F05-F370-4773-A14E-BA87C8DD90E4}"/>
              </a:ext>
            </a:extLst>
          </p:cNvPr>
          <p:cNvCxnSpPr>
            <a:stCxn id="62" idx="0"/>
            <a:endCxn id="28" idx="0"/>
          </p:cNvCxnSpPr>
          <p:nvPr/>
        </p:nvCxnSpPr>
        <p:spPr>
          <a:xfrm rot="16200000" flipH="1">
            <a:off x="2628377" y="1935409"/>
            <a:ext cx="746778" cy="4723746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D5D6D5E-B590-4987-9A1F-D43C5484616D}"/>
              </a:ext>
            </a:extLst>
          </p:cNvPr>
          <p:cNvCxnSpPr>
            <a:stCxn id="63" idx="0"/>
            <a:endCxn id="28" idx="0"/>
          </p:cNvCxnSpPr>
          <p:nvPr/>
        </p:nvCxnSpPr>
        <p:spPr>
          <a:xfrm rot="16200000" flipH="1">
            <a:off x="2914408" y="2221441"/>
            <a:ext cx="746778" cy="4151683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2EE3E87-FEB0-46D5-A422-2C9C6C649B4E}"/>
              </a:ext>
            </a:extLst>
          </p:cNvPr>
          <p:cNvCxnSpPr>
            <a:stCxn id="65" idx="0"/>
            <a:endCxn id="28" idx="0"/>
          </p:cNvCxnSpPr>
          <p:nvPr/>
        </p:nvCxnSpPr>
        <p:spPr>
          <a:xfrm rot="16200000" flipH="1">
            <a:off x="3200439" y="2507472"/>
            <a:ext cx="746778" cy="3579621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03F198A7-EE71-4B8F-A5F0-2905BF0DDCEC}"/>
              </a:ext>
            </a:extLst>
          </p:cNvPr>
          <p:cNvCxnSpPr>
            <a:stCxn id="67" idx="0"/>
            <a:endCxn id="28" idx="0"/>
          </p:cNvCxnSpPr>
          <p:nvPr/>
        </p:nvCxnSpPr>
        <p:spPr>
          <a:xfrm rot="16200000" flipH="1">
            <a:off x="3486470" y="2793503"/>
            <a:ext cx="746778" cy="3007559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98E5460F-7598-49E5-8B8D-18570B00BC8F}"/>
              </a:ext>
            </a:extLst>
          </p:cNvPr>
          <p:cNvCxnSpPr>
            <a:stCxn id="69" idx="0"/>
            <a:endCxn id="28" idx="0"/>
          </p:cNvCxnSpPr>
          <p:nvPr/>
        </p:nvCxnSpPr>
        <p:spPr>
          <a:xfrm rot="16200000" flipH="1">
            <a:off x="3772502" y="3079534"/>
            <a:ext cx="746778" cy="2435496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C2B78D91-7A1B-4E61-BEC1-8E086AABD08B}"/>
              </a:ext>
            </a:extLst>
          </p:cNvPr>
          <p:cNvCxnSpPr>
            <a:stCxn id="29" idx="0"/>
            <a:endCxn id="62" idx="2"/>
          </p:cNvCxnSpPr>
          <p:nvPr/>
        </p:nvCxnSpPr>
        <p:spPr>
          <a:xfrm rot="5400000" flipH="1" flipV="1">
            <a:off x="434293" y="4496681"/>
            <a:ext cx="409055" cy="21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6A067E7B-79D2-4493-85B1-70F73205FF6C}"/>
              </a:ext>
            </a:extLst>
          </p:cNvPr>
          <p:cNvCxnSpPr>
            <a:stCxn id="29" idx="0"/>
            <a:endCxn id="63" idx="2"/>
          </p:cNvCxnSpPr>
          <p:nvPr/>
        </p:nvCxnSpPr>
        <p:spPr>
          <a:xfrm rot="5400000" flipH="1" flipV="1">
            <a:off x="720325" y="4210649"/>
            <a:ext cx="409055" cy="57420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55F27830-5CDF-4F15-AAA1-FC888F1CC2FD}"/>
              </a:ext>
            </a:extLst>
          </p:cNvPr>
          <p:cNvCxnSpPr>
            <a:stCxn id="29" idx="0"/>
            <a:endCxn id="65" idx="2"/>
          </p:cNvCxnSpPr>
          <p:nvPr/>
        </p:nvCxnSpPr>
        <p:spPr>
          <a:xfrm rot="5400000" flipH="1" flipV="1">
            <a:off x="1006356" y="3924618"/>
            <a:ext cx="409055" cy="114627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B814EEFC-46E0-4DF6-83DA-CB87BD5DBE70}"/>
              </a:ext>
            </a:extLst>
          </p:cNvPr>
          <p:cNvCxnSpPr>
            <a:stCxn id="29" idx="0"/>
            <a:endCxn id="67" idx="2"/>
          </p:cNvCxnSpPr>
          <p:nvPr/>
        </p:nvCxnSpPr>
        <p:spPr>
          <a:xfrm rot="5400000" flipH="1" flipV="1">
            <a:off x="1292387" y="3638587"/>
            <a:ext cx="409055" cy="17183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C3BB5D62-0891-41D5-BE32-99F0F3E29CDC}"/>
              </a:ext>
            </a:extLst>
          </p:cNvPr>
          <p:cNvCxnSpPr>
            <a:stCxn id="29" idx="0"/>
            <a:endCxn id="69" idx="2"/>
          </p:cNvCxnSpPr>
          <p:nvPr/>
        </p:nvCxnSpPr>
        <p:spPr>
          <a:xfrm rot="5400000" flipH="1" flipV="1">
            <a:off x="1578418" y="3352556"/>
            <a:ext cx="409055" cy="229039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B7AC020E-1A07-490B-98D9-A55A7440EF69}"/>
              </a:ext>
            </a:extLst>
          </p:cNvPr>
          <p:cNvSpPr txBox="1"/>
          <p:nvPr/>
        </p:nvSpPr>
        <p:spPr>
          <a:xfrm>
            <a:off x="549017" y="2801257"/>
            <a:ext cx="6963881" cy="48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为了让自己的区块被接受，创建大量的账户参与投票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1CA8E8E-5485-4313-8A1E-33CAC0068F84}"/>
              </a:ext>
            </a:extLst>
          </p:cNvPr>
          <p:cNvSpPr/>
          <p:nvPr/>
        </p:nvSpPr>
        <p:spPr>
          <a:xfrm>
            <a:off x="8297715" y="2895134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为什么能随意创建账户？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6DA7C6C7-F0DF-40BC-9C7E-FF1EF300C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475" y="2752116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5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9" grpId="0" animBg="1"/>
      <p:bldP spid="70" grpId="0"/>
      <p:bldP spid="60" grpId="0"/>
      <p:bldP spid="62" grpId="0"/>
      <p:bldP spid="63" grpId="0"/>
      <p:bldP spid="65" grpId="0"/>
      <p:bldP spid="67" grpId="0"/>
      <p:bldP spid="69" grpId="0"/>
      <p:bldP spid="71" grpId="0"/>
      <p:bldP spid="85" grpId="0"/>
      <p:bldP spid="8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3023142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背景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区块得到其他参与者的承认的过程便称为共识（</a:t>
            </a:r>
            <a:r>
              <a:rPr lang="en-US" altLang="zh-CN" dirty="0">
                <a:latin typeface="Garamond" panose="02020404030301010803" pitchFamily="18" charset="0"/>
              </a:rPr>
              <a:t>Consensus</a:t>
            </a:r>
            <a:r>
              <a:rPr lang="zh-CN" altLang="en-US" dirty="0">
                <a:latin typeface="Garamond" panose="02020404030301010803" pitchFamily="18" charset="0"/>
              </a:rPr>
              <a:t>）。</a:t>
            </a:r>
            <a:endParaRPr lang="en-US" altLang="zh-CN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定义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对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值进行动态调整，使得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区块头哈希值小于某个数</a:t>
            </a:r>
            <a:r>
              <a:rPr lang="en-US" altLang="zh-CN" b="1" i="1" dirty="0">
                <a:solidFill>
                  <a:srgbClr val="5B307E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i="1" dirty="0">
                <a:latin typeface="Garamond" panose="02020404030301010803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被称作难度（</a:t>
            </a:r>
            <a:r>
              <a:rPr lang="en-US" altLang="zh-CN" dirty="0">
                <a:latin typeface="Garamond" panose="02020404030301010803" pitchFamily="18" charset="0"/>
              </a:rPr>
              <a:t>Difficulty</a:t>
            </a:r>
            <a:r>
              <a:rPr lang="zh-CN" altLang="en-US" dirty="0">
                <a:latin typeface="Garamond" panose="02020404030301010803" pitchFamily="18" charset="0"/>
              </a:rPr>
              <a:t>）。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83989" y="4127112"/>
            <a:ext cx="3812054" cy="2256883"/>
          </a:xfrm>
          <a:prstGeom prst="rect">
            <a:avLst/>
          </a:prstGeom>
          <a:noFill/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186C352-83AF-4A3F-BAA4-D256B3837957}"/>
              </a:ext>
            </a:extLst>
          </p:cNvPr>
          <p:cNvSpPr txBox="1">
            <a:spLocks/>
          </p:cNvSpPr>
          <p:nvPr/>
        </p:nvSpPr>
        <p:spPr>
          <a:xfrm>
            <a:off x="838199" y="4393658"/>
            <a:ext cx="8215745" cy="1962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哈希运算性质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只能通过暴力搜索方法，调整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进行尝试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算力的单位：</a:t>
            </a:r>
            <a:r>
              <a:rPr lang="en-US" altLang="zh-CN" dirty="0" err="1">
                <a:latin typeface="Garamond" panose="02020404030301010803" pitchFamily="18" charset="0"/>
                <a:cs typeface="Times New Roman" panose="02020603050405020304" pitchFamily="18" charset="0"/>
              </a:rPr>
              <a:t>hashrate</a:t>
            </a:r>
            <a:r>
              <a:rPr lang="en-US" altLang="zh-CN" dirty="0">
                <a:latin typeface="Garamond" panose="02020404030301010803" pitchFamily="18" charset="0"/>
                <a:cs typeface="Times New Roman" panose="02020603050405020304" pitchFamily="18" charset="0"/>
              </a:rPr>
              <a:t>/s</a:t>
            </a:r>
            <a:r>
              <a:rPr lang="zh-CN" altLang="en-US" dirty="0">
                <a:latin typeface="Garamond" panose="02020404030301010803" pitchFamily="18" charset="0"/>
                <a:cs typeface="Times New Roman" panose="02020603050405020304" pitchFamily="18" charset="0"/>
              </a:rPr>
              <a:t>（每秒进行多少次哈希运算）</a:t>
            </a:r>
            <a:endParaRPr lang="en-US" altLang="zh-CN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1D79EF-7416-4E7B-9CBD-224E1128743F}"/>
              </a:ext>
            </a:extLst>
          </p:cNvPr>
          <p:cNvSpPr/>
          <p:nvPr/>
        </p:nvSpPr>
        <p:spPr>
          <a:xfrm>
            <a:off x="4440159" y="4595284"/>
            <a:ext cx="23416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哈希运算什么性质？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03D80E6-6720-467B-AC47-8CB8F37AF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919" y="4452266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5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A7158D-19E8-4CC4-BCBC-345CDD43E5CB}"/>
              </a:ext>
            </a:extLst>
          </p:cNvPr>
          <p:cNvSpPr/>
          <p:nvPr/>
        </p:nvSpPr>
        <p:spPr>
          <a:xfrm>
            <a:off x="8194803" y="3967287"/>
            <a:ext cx="2144684" cy="270381"/>
          </a:xfrm>
          <a:prstGeom prst="rect">
            <a:avLst/>
          </a:prstGeom>
          <a:solidFill>
            <a:srgbClr val="5B307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Hash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2FE5C4-F79D-43DA-9D34-25616DAF4037}"/>
              </a:ext>
            </a:extLst>
          </p:cNvPr>
          <p:cNvSpPr/>
          <p:nvPr/>
        </p:nvSpPr>
        <p:spPr>
          <a:xfrm>
            <a:off x="8194803" y="4808610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Version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B76CBE-3F2B-4080-A8DC-C1D33BFAE83D}"/>
              </a:ext>
            </a:extLst>
          </p:cNvPr>
          <p:cNvSpPr/>
          <p:nvPr/>
        </p:nvSpPr>
        <p:spPr>
          <a:xfrm>
            <a:off x="8194803" y="5090653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Block Hash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C9F7BD-C591-4399-9ED3-AD3252B5A88A}"/>
              </a:ext>
            </a:extLst>
          </p:cNvPr>
          <p:cNvSpPr/>
          <p:nvPr/>
        </p:nvSpPr>
        <p:spPr>
          <a:xfrm>
            <a:off x="8194803" y="5372696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Merkle Tree Root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B7DC93-C3CC-4912-B353-F1076C4AD26E}"/>
              </a:ext>
            </a:extLst>
          </p:cNvPr>
          <p:cNvSpPr/>
          <p:nvPr/>
        </p:nvSpPr>
        <p:spPr>
          <a:xfrm>
            <a:off x="8194803" y="5654739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Timestamp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DBEA69-1993-44CC-A1FF-88DF67321B49}"/>
              </a:ext>
            </a:extLst>
          </p:cNvPr>
          <p:cNvSpPr/>
          <p:nvPr/>
        </p:nvSpPr>
        <p:spPr>
          <a:xfrm>
            <a:off x="8194803" y="5936782"/>
            <a:ext cx="2144684" cy="270381"/>
          </a:xfrm>
          <a:prstGeom prst="rect">
            <a:avLst/>
          </a:prstGeom>
          <a:solidFill>
            <a:srgbClr val="0000C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Difficulty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C5883-9BDB-4775-AA03-0142BF8C5083}"/>
              </a:ext>
            </a:extLst>
          </p:cNvPr>
          <p:cNvSpPr/>
          <p:nvPr/>
        </p:nvSpPr>
        <p:spPr>
          <a:xfrm>
            <a:off x="8194803" y="6218824"/>
            <a:ext cx="2144684" cy="270381"/>
          </a:xfrm>
          <a:prstGeom prst="rect">
            <a:avLst/>
          </a:prstGeom>
          <a:solidFill>
            <a:srgbClr val="0000C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Nonce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0148CA-9A49-45B9-9B1E-D13E5581B7CC}"/>
              </a:ext>
            </a:extLst>
          </p:cNvPr>
          <p:cNvSpPr txBox="1"/>
          <p:nvPr/>
        </p:nvSpPr>
        <p:spPr>
          <a:xfrm>
            <a:off x="10339487" y="3919001"/>
            <a:ext cx="1701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本区块哈希值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54F5491-CD83-4E09-9E65-A35398973687}"/>
              </a:ext>
            </a:extLst>
          </p:cNvPr>
          <p:cNvSpPr txBox="1"/>
          <p:nvPr/>
        </p:nvSpPr>
        <p:spPr>
          <a:xfrm>
            <a:off x="10339486" y="475990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比特币软件版本号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507D6F-7100-4B99-9A30-F03E752E14B0}"/>
              </a:ext>
            </a:extLst>
          </p:cNvPr>
          <p:cNvSpPr txBox="1"/>
          <p:nvPr/>
        </p:nvSpPr>
        <p:spPr>
          <a:xfrm>
            <a:off x="10339486" y="504152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前一区块的哈希值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ABA00F-A2A6-45E5-80EF-AFD2B56A7CAF}"/>
              </a:ext>
            </a:extLst>
          </p:cNvPr>
          <p:cNvSpPr txBox="1"/>
          <p:nvPr/>
        </p:nvSpPr>
        <p:spPr>
          <a:xfrm>
            <a:off x="10331780" y="532314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默克尔树根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D8162E-E43C-49C3-BBB7-4840753CA73C}"/>
              </a:ext>
            </a:extLst>
          </p:cNvPr>
          <p:cNvSpPr txBox="1"/>
          <p:nvPr/>
        </p:nvSpPr>
        <p:spPr>
          <a:xfrm>
            <a:off x="10314544" y="560476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时间戳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BE9EDB-A92F-4AE5-B81E-01BDD58BD318}"/>
              </a:ext>
            </a:extLst>
          </p:cNvPr>
          <p:cNvSpPr txBox="1"/>
          <p:nvPr/>
        </p:nvSpPr>
        <p:spPr>
          <a:xfrm>
            <a:off x="10303686" y="588638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挖矿难度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AEF435-4B7D-422E-9DEA-1E0512CEA7A5}"/>
              </a:ext>
            </a:extLst>
          </p:cNvPr>
          <p:cNvSpPr txBox="1"/>
          <p:nvPr/>
        </p:nvSpPr>
        <p:spPr>
          <a:xfrm>
            <a:off x="10321587" y="616800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随机数</a:t>
            </a: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02A1FA83-CB58-4E33-9274-CF40F0642BF2}"/>
              </a:ext>
            </a:extLst>
          </p:cNvPr>
          <p:cNvSpPr txBox="1">
            <a:spLocks/>
          </p:cNvSpPr>
          <p:nvPr/>
        </p:nvSpPr>
        <p:spPr>
          <a:xfrm>
            <a:off x="430655" y="1374069"/>
            <a:ext cx="10110345" cy="1272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工作量证明：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找到随机数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，满足下式：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ABB0AF-EA4E-491D-A35F-F9C509D0FF8E}"/>
              </a:ext>
            </a:extLst>
          </p:cNvPr>
          <p:cNvSpPr txBox="1"/>
          <p:nvPr/>
        </p:nvSpPr>
        <p:spPr>
          <a:xfrm>
            <a:off x="59036" y="2732754"/>
            <a:ext cx="12073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aramond" panose="02020404030301010803" pitchFamily="18" charset="0"/>
              </a:rPr>
              <a:t>H( version || </a:t>
            </a:r>
            <a:r>
              <a:rPr lang="en-US" altLang="zh-CN" sz="2400" dirty="0" err="1">
                <a:latin typeface="Garamond" panose="02020404030301010803" pitchFamily="18" charset="0"/>
              </a:rPr>
              <a:t>PrevBlockHash</a:t>
            </a:r>
            <a:r>
              <a:rPr lang="en-US" altLang="zh-CN" sz="2400" dirty="0">
                <a:latin typeface="Garamond" panose="02020404030301010803" pitchFamily="18" charset="0"/>
              </a:rPr>
              <a:t> || </a:t>
            </a:r>
            <a:r>
              <a:rPr lang="en-US" altLang="zh-CN" sz="2400" dirty="0" err="1">
                <a:latin typeface="Garamond" panose="02020404030301010803" pitchFamily="18" charset="0"/>
              </a:rPr>
              <a:t>MerkleTreeRoot</a:t>
            </a:r>
            <a:r>
              <a:rPr lang="en-US" altLang="zh-CN" sz="2400" dirty="0">
                <a:latin typeface="Garamond" panose="02020404030301010803" pitchFamily="18" charset="0"/>
              </a:rPr>
              <a:t> || Ts || Difficulty || Nonce) &lt; Difficulty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49CE593-B62E-48E3-B4CE-28BC138F09CF}"/>
              </a:ext>
            </a:extLst>
          </p:cNvPr>
          <p:cNvSpPr txBox="1"/>
          <p:nvPr/>
        </p:nvSpPr>
        <p:spPr>
          <a:xfrm>
            <a:off x="8194803" y="4404988"/>
            <a:ext cx="384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区块头字段</a:t>
            </a: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CC385844-14E9-4EAA-95C2-59D153D7E99E}"/>
              </a:ext>
            </a:extLst>
          </p:cNvPr>
          <p:cNvCxnSpPr>
            <a:stCxn id="16" idx="1"/>
          </p:cNvCxnSpPr>
          <p:nvPr/>
        </p:nvCxnSpPr>
        <p:spPr>
          <a:xfrm rot="10800000">
            <a:off x="7848601" y="3194419"/>
            <a:ext cx="346203" cy="2877554"/>
          </a:xfrm>
          <a:prstGeom prst="bentConnector2">
            <a:avLst/>
          </a:prstGeom>
          <a:ln w="254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D1D5AB5F-4773-4573-ACA0-9138A59ABC76}"/>
              </a:ext>
            </a:extLst>
          </p:cNvPr>
          <p:cNvCxnSpPr>
            <a:stCxn id="17" idx="1"/>
          </p:cNvCxnSpPr>
          <p:nvPr/>
        </p:nvCxnSpPr>
        <p:spPr>
          <a:xfrm rot="10800000" flipH="1">
            <a:off x="8194803" y="3194419"/>
            <a:ext cx="1072342" cy="3159596"/>
          </a:xfrm>
          <a:prstGeom prst="bentConnector4">
            <a:avLst>
              <a:gd name="adj1" fmla="val -54479"/>
              <a:gd name="adj2" fmla="val 91932"/>
            </a:avLst>
          </a:prstGeom>
          <a:ln w="254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2D9B3C49-36CE-4A22-8E61-2E1171A28514}"/>
              </a:ext>
            </a:extLst>
          </p:cNvPr>
          <p:cNvCxnSpPr>
            <a:stCxn id="16" idx="1"/>
          </p:cNvCxnSpPr>
          <p:nvPr/>
        </p:nvCxnSpPr>
        <p:spPr>
          <a:xfrm rot="10800000" flipH="1">
            <a:off x="8194802" y="3194419"/>
            <a:ext cx="2346197" cy="2877554"/>
          </a:xfrm>
          <a:prstGeom prst="bentConnector4">
            <a:avLst>
              <a:gd name="adj1" fmla="val -14615"/>
              <a:gd name="adj2" fmla="val 83685"/>
            </a:avLst>
          </a:prstGeom>
          <a:ln w="254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8E6885A-A3EA-4854-9A06-23AC561E745E}"/>
              </a:ext>
            </a:extLst>
          </p:cNvPr>
          <p:cNvCxnSpPr/>
          <p:nvPr/>
        </p:nvCxnSpPr>
        <p:spPr>
          <a:xfrm>
            <a:off x="177800" y="3156319"/>
            <a:ext cx="9601200" cy="0"/>
          </a:xfrm>
          <a:prstGeom prst="line">
            <a:avLst/>
          </a:prstGeom>
          <a:ln w="19050">
            <a:solidFill>
              <a:srgbClr val="5B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EBC8484A-093C-41C7-A8B6-87642A2C89D6}"/>
              </a:ext>
            </a:extLst>
          </p:cNvPr>
          <p:cNvCxnSpPr>
            <a:endCxn id="11" idx="1"/>
          </p:cNvCxnSpPr>
          <p:nvPr/>
        </p:nvCxnSpPr>
        <p:spPr>
          <a:xfrm>
            <a:off x="5308600" y="3156319"/>
            <a:ext cx="2886203" cy="946159"/>
          </a:xfrm>
          <a:prstGeom prst="bentConnector3">
            <a:avLst>
              <a:gd name="adj1" fmla="val 278"/>
            </a:avLst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内容占位符 2">
            <a:extLst>
              <a:ext uri="{FF2B5EF4-FFF2-40B4-BE49-F238E27FC236}">
                <a16:creationId xmlns:a16="http://schemas.microsoft.com/office/drawing/2014/main" id="{679F53A7-A33E-49CF-B715-B4FB670ABBCC}"/>
              </a:ext>
            </a:extLst>
          </p:cNvPr>
          <p:cNvSpPr txBox="1">
            <a:spLocks/>
          </p:cNvSpPr>
          <p:nvPr/>
        </p:nvSpPr>
        <p:spPr>
          <a:xfrm>
            <a:off x="430655" y="3545547"/>
            <a:ext cx="6935345" cy="2939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比特币采用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算力</a:t>
            </a:r>
            <a:r>
              <a:rPr lang="zh-CN" altLang="en-US" dirty="0">
                <a:latin typeface="Garamond" panose="02020404030301010803" pitchFamily="18" charset="0"/>
              </a:rPr>
              <a:t>进行投票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只能不断尝试不同的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的哈希结果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整体来看，哈希结果是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完全随机</a:t>
            </a:r>
            <a:r>
              <a:rPr lang="zh-CN" altLang="en-US" dirty="0">
                <a:latin typeface="Garamond" panose="02020404030301010803" pitchFamily="18" charset="0"/>
              </a:rPr>
              <a:t>的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算力越大，</a:t>
            </a:r>
            <a:r>
              <a:rPr lang="en-US" altLang="zh-CN" dirty="0" err="1">
                <a:latin typeface="Garamond" panose="02020404030301010803" pitchFamily="18" charset="0"/>
              </a:rPr>
              <a:t>hashrate</a:t>
            </a:r>
            <a:r>
              <a:rPr lang="en-US" altLang="zh-CN" dirty="0">
                <a:latin typeface="Garamond" panose="02020404030301010803" pitchFamily="18" charset="0"/>
              </a:rPr>
              <a:t>/s</a:t>
            </a:r>
            <a:r>
              <a:rPr lang="zh-CN" altLang="en-US" dirty="0">
                <a:latin typeface="Garamond" panose="02020404030301010803" pitchFamily="18" charset="0"/>
              </a:rPr>
              <a:t>越高，尝试的速度越快，找到的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概率越高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104D65A-5CC3-414B-930A-A63C48AB17AB}"/>
              </a:ext>
            </a:extLst>
          </p:cNvPr>
          <p:cNvSpPr/>
          <p:nvPr/>
        </p:nvSpPr>
        <p:spPr>
          <a:xfrm>
            <a:off x="4392795" y="6112957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能不能防止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Sybil Attack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7D7F978-DA3F-4D3B-9A31-0DB1D34D8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555" y="5969939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5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9" grpId="0"/>
      <p:bldP spid="30" grpId="0"/>
      <p:bldP spid="49" grpId="0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06AA4-B499-4B34-815F-C8C393DF1660}"/>
              </a:ext>
            </a:extLst>
          </p:cNvPr>
          <p:cNvSpPr txBox="1"/>
          <p:nvPr/>
        </p:nvSpPr>
        <p:spPr>
          <a:xfrm>
            <a:off x="317500" y="1306185"/>
            <a:ext cx="11874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zh-CN" sz="2800" b="0" i="0" dirty="0">
                <a:effectLst/>
                <a:latin typeface="Garamond" panose="02020404030301010803" pitchFamily="18" charset="0"/>
              </a:rPr>
              <a:t>Block #889,338</a:t>
            </a:r>
          </a:p>
          <a:p>
            <a:pPr algn="l" latinLnBrk="1"/>
            <a:r>
              <a:rPr lang="en-US" altLang="zh-CN" sz="2800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0000000000000000000</a:t>
            </a:r>
            <a:r>
              <a:rPr lang="en-US" altLang="zh-CN" sz="2800" b="0" i="0" dirty="0">
                <a:effectLst/>
                <a:latin typeface="Garamond" panose="02020404030301010803" pitchFamily="18" charset="0"/>
              </a:rPr>
              <a:t>22f4b20a818d89f59a8bf51bbd1ac6858cfac349d78a7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52B506C-6841-4714-91CD-AD90751084B7}"/>
              </a:ext>
            </a:extLst>
          </p:cNvPr>
          <p:cNvSpPr/>
          <p:nvPr/>
        </p:nvSpPr>
        <p:spPr>
          <a:xfrm>
            <a:off x="9217217" y="1372735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为什么前面一排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F2CB14E-E8B6-4B18-9578-4D18DE7F6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977" y="1229717"/>
            <a:ext cx="601662" cy="601662"/>
          </a:xfrm>
          <a:prstGeom prst="rect">
            <a:avLst/>
          </a:prstGeom>
        </p:spPr>
      </p:pic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F5AA3D1-5F8F-4309-9755-639D4E3BFD88}"/>
              </a:ext>
            </a:extLst>
          </p:cNvPr>
          <p:cNvSpPr txBox="1">
            <a:spLocks/>
          </p:cNvSpPr>
          <p:nvPr/>
        </p:nvSpPr>
        <p:spPr>
          <a:xfrm>
            <a:off x="312900" y="3069962"/>
            <a:ext cx="11563900" cy="1347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概率分析：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07CAF78-BD76-4EDB-9148-9DAB0DA1EC83}"/>
              </a:ext>
            </a:extLst>
          </p:cNvPr>
          <p:cNvSpPr txBox="1"/>
          <p:nvPr/>
        </p:nvSpPr>
        <p:spPr>
          <a:xfrm>
            <a:off x="315200" y="2142033"/>
            <a:ext cx="11874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zh-CN" sz="2800" b="0" i="0" dirty="0">
                <a:effectLst/>
                <a:latin typeface="Garamond" panose="02020404030301010803" pitchFamily="18" charset="0"/>
              </a:rPr>
              <a:t>Difficulty</a:t>
            </a:r>
          </a:p>
          <a:p>
            <a:pPr algn="l" latinLnBrk="1"/>
            <a:r>
              <a:rPr lang="en-US" altLang="zh-CN" sz="2800" i="0" dirty="0">
                <a:effectLst/>
                <a:latin typeface="Garamond" panose="02020404030301010803" pitchFamily="18" charset="0"/>
              </a:rPr>
              <a:t>00000000000000000002796c0000000000000000000000000000000000000000</a:t>
            </a:r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C1FDB0F-4D98-4728-A7A5-5015FA1346D3}"/>
              </a:ext>
            </a:extLst>
          </p:cNvPr>
          <p:cNvSpPr txBox="1">
            <a:spLocks/>
          </p:cNvSpPr>
          <p:nvPr/>
        </p:nvSpPr>
        <p:spPr>
          <a:xfrm>
            <a:off x="317500" y="3654795"/>
            <a:ext cx="11563900" cy="66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假设难度为</a:t>
            </a:r>
            <a:r>
              <a:rPr lang="en-US" altLang="zh-CN" dirty="0">
                <a:latin typeface="Garamond" panose="02020404030301010803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，则找到结果</a:t>
            </a:r>
            <a:r>
              <a:rPr lang="en-US" altLang="zh-CN" dirty="0">
                <a:latin typeface="Garamond" panose="02020404030301010803" pitchFamily="18" charset="0"/>
              </a:rPr>
              <a:t>h</a:t>
            </a:r>
            <a:r>
              <a:rPr lang="zh-CN" altLang="en-US" dirty="0">
                <a:latin typeface="Garamond" panose="02020404030301010803" pitchFamily="18" charset="0"/>
              </a:rPr>
              <a:t>的概率是多少？（即，找到</a:t>
            </a:r>
            <a:r>
              <a:rPr lang="en-US" altLang="zh-CN" dirty="0">
                <a:latin typeface="Garamond" panose="02020404030301010803" pitchFamily="18" charset="0"/>
              </a:rPr>
              <a:t>h &lt; n</a:t>
            </a:r>
            <a:r>
              <a:rPr lang="zh-CN" altLang="en-US" dirty="0">
                <a:latin typeface="Garamond" panose="02020404030301010803" pitchFamily="18" charset="0"/>
              </a:rPr>
              <a:t>）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91C759-0C3F-4BB4-AFC7-E442AE53F44A}"/>
              </a:ext>
            </a:extLst>
          </p:cNvPr>
          <p:cNvSpPr/>
          <p:nvPr/>
        </p:nvSpPr>
        <p:spPr>
          <a:xfrm>
            <a:off x="546100" y="4670597"/>
            <a:ext cx="10845800" cy="292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558568-DA2A-44C7-B5D9-B919F317488B}"/>
              </a:ext>
            </a:extLst>
          </p:cNvPr>
          <p:cNvSpPr/>
          <p:nvPr/>
        </p:nvSpPr>
        <p:spPr>
          <a:xfrm>
            <a:off x="546101" y="4670597"/>
            <a:ext cx="761407" cy="292502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F5C54D4B-D7DE-48BB-A58A-3A45F208F122}"/>
              </a:ext>
            </a:extLst>
          </p:cNvPr>
          <p:cNvSpPr/>
          <p:nvPr/>
        </p:nvSpPr>
        <p:spPr>
          <a:xfrm rot="16200000">
            <a:off x="770142" y="4756143"/>
            <a:ext cx="313325" cy="761408"/>
          </a:xfrm>
          <a:prstGeom prst="leftBrace">
            <a:avLst>
              <a:gd name="adj1" fmla="val 56678"/>
              <a:gd name="adj2" fmla="val 50000"/>
            </a:avLst>
          </a:prstGeom>
          <a:ln w="127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17F990C4-8B0D-4E7B-9BD8-424CE46DD4BE}"/>
              </a:ext>
            </a:extLst>
          </p:cNvPr>
          <p:cNvSpPr/>
          <p:nvPr/>
        </p:nvSpPr>
        <p:spPr>
          <a:xfrm rot="16200000">
            <a:off x="5588198" y="-66873"/>
            <a:ext cx="761605" cy="10845799"/>
          </a:xfrm>
          <a:prstGeom prst="leftBrace">
            <a:avLst>
              <a:gd name="adj1" fmla="val 56678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20A28E-F386-4A58-93A9-B3F7D579CAA1}"/>
              </a:ext>
            </a:extLst>
          </p:cNvPr>
          <p:cNvSpPr txBox="1"/>
          <p:nvPr/>
        </p:nvSpPr>
        <p:spPr>
          <a:xfrm>
            <a:off x="735085" y="5207868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Garamond" panose="02020404030301010803" pitchFamily="18" charset="0"/>
              </a:rPr>
              <a:t>n</a:t>
            </a:r>
            <a:endParaRPr lang="zh-CN" altLang="en-US" sz="2800" b="1" dirty="0">
              <a:solidFill>
                <a:srgbClr val="0000CC"/>
              </a:solidFill>
              <a:latin typeface="Garamond" panose="02020404030301010803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27EC8ED-7BED-4ADF-B231-9CF0B812E582}"/>
              </a:ext>
            </a:extLst>
          </p:cNvPr>
          <p:cNvSpPr/>
          <p:nvPr/>
        </p:nvSpPr>
        <p:spPr>
          <a:xfrm>
            <a:off x="2707046" y="5781621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目标空间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总共多大？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3C23D626-B8E0-491D-807F-1846CDD60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384" y="5665456"/>
            <a:ext cx="601662" cy="601662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F301C294-1A0E-40DF-AF67-EDD681751A9A}"/>
              </a:ext>
            </a:extLst>
          </p:cNvPr>
          <p:cNvSpPr txBox="1"/>
          <p:nvPr/>
        </p:nvSpPr>
        <p:spPr>
          <a:xfrm>
            <a:off x="5725183" y="5672525"/>
            <a:ext cx="513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B307E"/>
                </a:solidFill>
                <a:latin typeface="Garamond" panose="02020404030301010803" pitchFamily="18" charset="0"/>
              </a:rPr>
              <a:t>M</a:t>
            </a:r>
            <a:endParaRPr lang="zh-CN" altLang="en-US" sz="2800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FE7E28-4AA2-4331-ACBB-BD7AD68792F4}"/>
              </a:ext>
            </a:extLst>
          </p:cNvPr>
          <p:cNvSpPr/>
          <p:nvPr/>
        </p:nvSpPr>
        <p:spPr>
          <a:xfrm>
            <a:off x="7066545" y="5799153"/>
            <a:ext cx="453564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一次哈希运算，找到结果的概率是不是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n/M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3882EEC-728E-4A31-960A-68DAD0A8E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136" y="5665456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7" grpId="0"/>
      <p:bldP spid="43" grpId="0"/>
      <p:bldP spid="45" grpId="0"/>
      <p:bldP spid="10" grpId="0" animBg="1"/>
      <p:bldP spid="47" grpId="0" animBg="1"/>
      <p:bldP spid="27" grpId="0" animBg="1"/>
      <p:bldP spid="52" grpId="0" animBg="1"/>
      <p:bldP spid="28" grpId="0"/>
      <p:bldP spid="53" grpId="0" animBg="1"/>
      <p:bldP spid="55" grpId="0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F5AA3D1-5F8F-4309-9755-639D4E3BFD88}"/>
              </a:ext>
            </a:extLst>
          </p:cNvPr>
          <p:cNvSpPr txBox="1">
            <a:spLocks/>
          </p:cNvSpPr>
          <p:nvPr/>
        </p:nvSpPr>
        <p:spPr>
          <a:xfrm>
            <a:off x="187050" y="1247125"/>
            <a:ext cx="8220812" cy="1251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伯努利试验：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随机掷一枚硬币，正面朝上的概率为</a:t>
            </a:r>
            <a:r>
              <a:rPr lang="en-US" altLang="zh-CN" dirty="0">
                <a:latin typeface="Garamond" panose="02020404030301010803" pitchFamily="18" charset="0"/>
              </a:rPr>
              <a:t>1/2</a:t>
            </a:r>
            <a:r>
              <a:rPr lang="zh-CN" altLang="en-US" dirty="0">
                <a:latin typeface="Garamond" panose="02020404030301010803" pitchFamily="18" charset="0"/>
              </a:rPr>
              <a:t>；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11DECA-794B-45A4-94BB-101EBBC0AD02}"/>
              </a:ext>
            </a:extLst>
          </p:cNvPr>
          <p:cNvSpPr txBox="1"/>
          <p:nvPr/>
        </p:nvSpPr>
        <p:spPr>
          <a:xfrm>
            <a:off x="661425" y="2980999"/>
            <a:ext cx="7746437" cy="53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连续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10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次反面朝上后，下一次正面朝上的概率为多少？</a:t>
            </a:r>
            <a:endParaRPr lang="en-US" altLang="zh-CN" sz="2400" dirty="0">
              <a:latin typeface="Garamond" panose="020204040303010108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08CFFE-B660-4DC6-83BA-EC72656847AD}"/>
              </a:ext>
            </a:extLst>
          </p:cNvPr>
          <p:cNvSpPr txBox="1"/>
          <p:nvPr/>
        </p:nvSpPr>
        <p:spPr>
          <a:xfrm>
            <a:off x="661425" y="2445147"/>
            <a:ext cx="7746437" cy="53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连续掷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10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次，正面朝上的次数为多少？</a:t>
            </a:r>
            <a:endParaRPr lang="en-US" altLang="zh-CN" sz="2400" dirty="0">
              <a:latin typeface="Garamond" panose="020204040303010108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B66C4C50-8D86-425A-BE9C-E58EC10B1F98}"/>
              </a:ext>
            </a:extLst>
          </p:cNvPr>
          <p:cNvSpPr txBox="1">
            <a:spLocks/>
          </p:cNvSpPr>
          <p:nvPr/>
        </p:nvSpPr>
        <p:spPr>
          <a:xfrm>
            <a:off x="184255" y="4680697"/>
            <a:ext cx="8231080" cy="59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 两次找到随机数的时间间隔服从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负指数分布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D5C7E6-FB51-46E9-AD19-2A2A4224E55F}"/>
              </a:ext>
            </a:extLst>
          </p:cNvPr>
          <p:cNvSpPr txBox="1"/>
          <p:nvPr/>
        </p:nvSpPr>
        <p:spPr>
          <a:xfrm>
            <a:off x="8405067" y="2527074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重伯努利实验</a:t>
            </a:r>
            <a:r>
              <a:rPr lang="en-US" altLang="zh-CN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二项分布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064172-D624-429A-8503-261DBC742614}"/>
              </a:ext>
            </a:extLst>
          </p:cNvPr>
          <p:cNvSpPr txBox="1"/>
          <p:nvPr/>
        </p:nvSpPr>
        <p:spPr>
          <a:xfrm>
            <a:off x="8405067" y="30814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独立性</a:t>
            </a: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D8812867-8D77-4361-A290-483C5A1AB5DE}"/>
              </a:ext>
            </a:extLst>
          </p:cNvPr>
          <p:cNvSpPr txBox="1">
            <a:spLocks/>
          </p:cNvSpPr>
          <p:nvPr/>
        </p:nvSpPr>
        <p:spPr>
          <a:xfrm>
            <a:off x="207586" y="4124078"/>
            <a:ext cx="8220812" cy="1086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Garamond" panose="02020404030301010803" pitchFamily="18" charset="0"/>
              </a:rPr>
              <a:t> </a:t>
            </a:r>
            <a:r>
              <a:rPr lang="zh-CN" altLang="en-US" dirty="0">
                <a:latin typeface="Garamond" panose="02020404030301010803" pitchFamily="18" charset="0"/>
              </a:rPr>
              <a:t>找到随机数的次数服从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泊松分布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E1EE02AF-A8AD-4184-A5A3-E25ED708A674}"/>
              </a:ext>
            </a:extLst>
          </p:cNvPr>
          <p:cNvSpPr txBox="1">
            <a:spLocks/>
          </p:cNvSpPr>
          <p:nvPr/>
        </p:nvSpPr>
        <p:spPr>
          <a:xfrm>
            <a:off x="184255" y="3532934"/>
            <a:ext cx="8220812" cy="5938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PoW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zh-CN" altLang="en-US" dirty="0">
                <a:latin typeface="Garamond" panose="02020404030301010803" pitchFamily="18" charset="0"/>
              </a:rPr>
              <a:t>概率极低、试验次数极高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30A97E0-844A-48D2-BCBD-8D0AB1557683}"/>
              </a:ext>
            </a:extLst>
          </p:cNvPr>
          <p:cNvSpPr txBox="1">
            <a:spLocks/>
          </p:cNvSpPr>
          <p:nvPr/>
        </p:nvSpPr>
        <p:spPr>
          <a:xfrm>
            <a:off x="176782" y="5208104"/>
            <a:ext cx="8231080" cy="59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 泊松分布和负指数分布均具有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无记忆性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BE7D42-3931-43D7-8DCF-1F90F4651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01" y="3930631"/>
            <a:ext cx="4935544" cy="235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8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3" grpId="0"/>
      <p:bldP spid="24" grpId="0"/>
      <p:bldP spid="26" grpId="0"/>
      <p:bldP spid="30" grpId="0"/>
      <p:bldP spid="31" grpId="0"/>
      <p:bldP spid="32" grpId="0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难度调整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4F9A1DDF-71C9-4B5C-829C-690781C5937C}"/>
              </a:ext>
            </a:extLst>
          </p:cNvPr>
          <p:cNvSpPr txBox="1">
            <a:spLocks/>
          </p:cNvSpPr>
          <p:nvPr/>
        </p:nvSpPr>
        <p:spPr>
          <a:xfrm>
            <a:off x="233245" y="1244213"/>
            <a:ext cx="11563900" cy="11235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全网平均出块时间：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全网算力为</a:t>
            </a:r>
            <a:r>
              <a:rPr lang="en-US" altLang="zh-CN" dirty="0">
                <a:latin typeface="Garamond" panose="02020404030301010803" pitchFamily="18" charset="0"/>
              </a:rPr>
              <a:t>H </a:t>
            </a:r>
            <a:r>
              <a:rPr lang="en-US" altLang="zh-CN" dirty="0" err="1">
                <a:latin typeface="Garamond" panose="02020404030301010803" pitchFamily="18" charset="0"/>
              </a:rPr>
              <a:t>hashrate</a:t>
            </a:r>
            <a:r>
              <a:rPr lang="en-US" altLang="zh-CN" dirty="0">
                <a:latin typeface="Garamond" panose="02020404030301010803" pitchFamily="18" charset="0"/>
              </a:rPr>
              <a:t>/s</a:t>
            </a:r>
            <a:r>
              <a:rPr lang="zh-CN" altLang="en-US" dirty="0">
                <a:latin typeface="Garamond" panose="02020404030301010803" pitchFamily="18" charset="0"/>
              </a:rPr>
              <a:t>，比特币协议规定：平均出块时间为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10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分钟，</a:t>
            </a:r>
            <a:r>
              <a:rPr lang="zh-CN" altLang="en-US" dirty="0">
                <a:latin typeface="Garamond" panose="02020404030301010803" pitchFamily="18" charset="0"/>
              </a:rPr>
              <a:t>成功概率为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ED8B65-DCD2-4F9E-A762-E2C441E3C562}"/>
                  </a:ext>
                </a:extLst>
              </p:cNvPr>
              <p:cNvSpPr txBox="1"/>
              <p:nvPr/>
            </p:nvSpPr>
            <p:spPr>
              <a:xfrm>
                <a:off x="655275" y="3235201"/>
                <a:ext cx="11141869" cy="1015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上升，出块时间下降；</a:t>
                </a:r>
                <a:r>
                  <a:rPr lang="en-US" altLang="zh-CN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下降，出块时间上升（单位时间能够计算的次数变化）</a:t>
                </a:r>
                <a:endParaRPr lang="en-US" altLang="zh-CN" sz="2400" dirty="0">
                  <a:latin typeface="Garamond" panose="02020404030301010803" pitchFamily="18" charset="0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根据参与算力浮动变化，则需要调整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，使得平均出块时间维持在</a:t>
                </a:r>
                <a:r>
                  <a:rPr lang="en-US" altLang="zh-CN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10</a:t>
                </a:r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分钟</a:t>
                </a:r>
                <a:endParaRPr lang="en-US" altLang="zh-CN" sz="2400" dirty="0">
                  <a:latin typeface="Garamond" panose="02020404030301010803" pitchFamily="18" charset="0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ED8B65-DCD2-4F9E-A762-E2C441E3C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5" y="3235201"/>
                <a:ext cx="11141869" cy="1015984"/>
              </a:xfrm>
              <a:prstGeom prst="rect">
                <a:avLst/>
              </a:prstGeom>
              <a:blipFill>
                <a:blip r:embed="rId3"/>
                <a:stretch>
                  <a:fillRect l="-683" r="-3645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B01953A-B624-4F22-A622-4ADFFB3D7F03}"/>
                  </a:ext>
                </a:extLst>
              </p:cNvPr>
              <p:cNvSpPr txBox="1"/>
              <p:nvPr/>
            </p:nvSpPr>
            <p:spPr>
              <a:xfrm>
                <a:off x="5301890" y="2454565"/>
                <a:ext cx="1423403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B01953A-B624-4F22-A622-4ADFFB3D7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890" y="2454565"/>
                <a:ext cx="1423403" cy="693844"/>
              </a:xfrm>
              <a:prstGeom prst="rect">
                <a:avLst/>
              </a:prstGeom>
              <a:blipFill>
                <a:blip r:embed="rId4"/>
                <a:stretch>
                  <a:fillRect l="-3540" t="-1818" r="-3540" b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3865EF6-410E-4A65-AC68-E7762A2436D3}"/>
                  </a:ext>
                </a:extLst>
              </p:cNvPr>
              <p:cNvSpPr txBox="1"/>
              <p:nvPr/>
            </p:nvSpPr>
            <p:spPr>
              <a:xfrm>
                <a:off x="655276" y="4214645"/>
                <a:ext cx="9339628" cy="535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某一全节点的算力为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，则其在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时间内成功的概率是</a:t>
                </a:r>
                <a:endParaRPr lang="en-US" altLang="zh-CN" sz="2400" dirty="0">
                  <a:latin typeface="Garamond" panose="02020404030301010803" pitchFamily="18" charset="0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3865EF6-410E-4A65-AC68-E7762A24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6" y="4214645"/>
                <a:ext cx="9339628" cy="535852"/>
              </a:xfrm>
              <a:prstGeom prst="rect">
                <a:avLst/>
              </a:prstGeom>
              <a:blipFill>
                <a:blip r:embed="rId5"/>
                <a:stretch>
                  <a:fillRect l="-848" b="-23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088530-7289-4D71-897E-BB79158E0BAF}"/>
                  </a:ext>
                </a:extLst>
              </p:cNvPr>
              <p:cNvSpPr txBox="1"/>
              <p:nvPr/>
            </p:nvSpPr>
            <p:spPr>
              <a:xfrm>
                <a:off x="5278830" y="4781248"/>
                <a:ext cx="2192395" cy="54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600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088530-7289-4D71-897E-BB79158E0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830" y="4781248"/>
                <a:ext cx="2192395" cy="5457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B4CB380-DA08-423C-A902-292522BDB17F}"/>
                  </a:ext>
                </a:extLst>
              </p:cNvPr>
              <p:cNvSpPr txBox="1"/>
              <p:nvPr/>
            </p:nvSpPr>
            <p:spPr>
              <a:xfrm>
                <a:off x="655276" y="5357726"/>
                <a:ext cx="9339628" cy="750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sz="2400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2400" b="1" dirty="0" err="1">
                    <a:solidFill>
                      <a:srgbClr val="5B307E"/>
                    </a:solidFill>
                    <a:latin typeface="Garamond" panose="02020404030301010803" pitchFamily="18" charset="0"/>
                    <a:ea typeface="Microsoft YaHei" panose="020B0503020204020204" pitchFamily="34" charset="-122"/>
                  </a:rPr>
                  <a:t>PoW</a:t>
                </a:r>
                <a:r>
                  <a:rPr lang="zh-CN" altLang="en-US" sz="2400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Microsoft YaHei" panose="020B0503020204020204" pitchFamily="34" charset="-122"/>
                  </a:rPr>
                  <a:t>用算力来投票，每个节点的权重占比为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smtClean="0">
                            <a:solidFill>
                              <a:srgbClr val="5B307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5B307E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5B307E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den>
                    </m:f>
                  </m:oMath>
                </a14:m>
                <a:endParaRPr lang="en-US" altLang="zh-CN" sz="2400" b="1" dirty="0">
                  <a:solidFill>
                    <a:srgbClr val="5B307E"/>
                  </a:solidFill>
                  <a:latin typeface="Garamond" panose="02020404030301010803" pitchFamily="18" charset="0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B4CB380-DA08-423C-A902-292522BDB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6" y="5357726"/>
                <a:ext cx="9339628" cy="750590"/>
              </a:xfrm>
              <a:prstGeom prst="rect">
                <a:avLst/>
              </a:prstGeom>
              <a:blipFill>
                <a:blip r:embed="rId7"/>
                <a:stretch>
                  <a:fillRect l="-848" b="-8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7C9D02A9-BC16-4466-9E8F-0FE3084FB8BA}"/>
              </a:ext>
            </a:extLst>
          </p:cNvPr>
          <p:cNvSpPr txBox="1"/>
          <p:nvPr/>
        </p:nvSpPr>
        <p:spPr>
          <a:xfrm>
            <a:off x="7407595" y="5492736"/>
            <a:ext cx="4606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形象地将</a:t>
            </a:r>
            <a:r>
              <a:rPr lang="en-US" altLang="zh-CN" b="1" dirty="0" err="1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过程称为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挖矿（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Mining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C00000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全量节点称为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矿工（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Miner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1502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14" grpId="0"/>
      <p:bldP spid="5" grpId="0"/>
      <p:bldP spid="16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难度调整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内容占位符 2">
                <a:extLst>
                  <a:ext uri="{FF2B5EF4-FFF2-40B4-BE49-F238E27FC236}">
                    <a16:creationId xmlns:a16="http://schemas.microsoft.com/office/drawing/2014/main" id="{28210631-D12D-4D1D-A6B3-6D9BAEA1B9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841" y="1339268"/>
                <a:ext cx="11563900" cy="18799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latin typeface="Garamond" panose="02020404030301010803" pitchFamily="18" charset="0"/>
                  </a:rPr>
                  <a:t>难度调整：</a:t>
                </a:r>
                <a:endParaRPr lang="en-US" altLang="zh-CN" dirty="0">
                  <a:latin typeface="Garamond" panose="02020404030301010803" pitchFamily="18" charset="0"/>
                </a:endParaRPr>
              </a:p>
              <a:p>
                <a:pPr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</a:rPr>
                  <a:t>每</a:t>
                </a:r>
                <a:r>
                  <a:rPr lang="en-US" altLang="zh-CN" b="1" dirty="0">
                    <a:solidFill>
                      <a:srgbClr val="5B307E"/>
                    </a:solidFill>
                    <a:latin typeface="Garamond" panose="02020404030301010803" pitchFamily="18" charset="0"/>
                  </a:rPr>
                  <a:t>2016</a:t>
                </a:r>
                <a:r>
                  <a:rPr lang="zh-CN" altLang="en-US" b="1" dirty="0">
                    <a:solidFill>
                      <a:srgbClr val="5B307E"/>
                    </a:solidFill>
                    <a:latin typeface="Garamond" panose="02020404030301010803" pitchFamily="18" charset="0"/>
                  </a:rPr>
                  <a:t>个</a:t>
                </a:r>
                <a:r>
                  <a:rPr lang="zh-CN" altLang="en-US" dirty="0">
                    <a:latin typeface="Garamond" panose="02020404030301010803" pitchFamily="18" charset="0"/>
                  </a:rPr>
                  <a:t>区块调整一次；</a:t>
                </a:r>
                <a:endParaRPr lang="en-US" altLang="zh-CN" dirty="0">
                  <a:latin typeface="Garamond" panose="02020404030301010803" pitchFamily="18" charset="0"/>
                </a:endParaRPr>
              </a:p>
              <a:p>
                <a:pPr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</a:rPr>
                  <a:t>当前</a:t>
                </a:r>
                <a:r>
                  <a:rPr lang="en-US" altLang="zh-CN" dirty="0">
                    <a:latin typeface="Garamond" panose="02020404030301010803" pitchFamily="18" charset="0"/>
                  </a:rPr>
                  <a:t>2016</a:t>
                </a:r>
                <a:r>
                  <a:rPr lang="zh-CN" altLang="en-US" dirty="0">
                    <a:latin typeface="Garamond" panose="02020404030301010803" pitchFamily="18" charset="0"/>
                  </a:rPr>
                  <a:t>个区块的难度记为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，后面</a:t>
                </a:r>
                <a:r>
                  <a:rPr lang="en-US" altLang="zh-CN" dirty="0">
                    <a:latin typeface="Garamond" panose="02020404030301010803" pitchFamily="18" charset="0"/>
                  </a:rPr>
                  <a:t>2016</a:t>
                </a:r>
                <a:r>
                  <a:rPr lang="zh-CN" altLang="en-US" dirty="0">
                    <a:latin typeface="Garamond" panose="02020404030301010803" pitchFamily="18" charset="0"/>
                  </a:rPr>
                  <a:t>个区块的难度记为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Garamond" panose="02020404030301010803" pitchFamily="18" charset="0"/>
                  </a:rPr>
                  <a:t>’</a:t>
                </a:r>
                <a:r>
                  <a:rPr lang="zh-CN" altLang="en-US" dirty="0">
                    <a:latin typeface="Garamond" panose="02020404030301010803" pitchFamily="18" charset="0"/>
                  </a:rPr>
                  <a:t>，则：</a:t>
                </a:r>
                <a:endParaRPr lang="en-US" altLang="zh-CN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58" name="内容占位符 2">
                <a:extLst>
                  <a:ext uri="{FF2B5EF4-FFF2-40B4-BE49-F238E27FC236}">
                    <a16:creationId xmlns:a16="http://schemas.microsoft.com/office/drawing/2014/main" id="{28210631-D12D-4D1D-A6B3-6D9BAEA1B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1" y="1339268"/>
                <a:ext cx="11563900" cy="1879988"/>
              </a:xfrm>
              <a:prstGeom prst="rect">
                <a:avLst/>
              </a:prstGeom>
              <a:blipFill>
                <a:blip r:embed="rId3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内容占位符 2">
                <a:extLst>
                  <a:ext uri="{FF2B5EF4-FFF2-40B4-BE49-F238E27FC236}">
                    <a16:creationId xmlns:a16="http://schemas.microsoft.com/office/drawing/2014/main" id="{25589C89-D707-48B9-8A8A-C330FA6729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0478" y="3461711"/>
                <a:ext cx="831533" cy="5810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Garamond" panose="02020404030301010803" pitchFamily="18" charset="0"/>
                  </a:rPr>
                  <a:t>’ = </a:t>
                </a:r>
              </a:p>
            </p:txBody>
          </p:sp>
        </mc:Choice>
        <mc:Fallback xmlns="">
          <p:sp>
            <p:nvSpPr>
              <p:cNvPr id="59" name="内容占位符 2">
                <a:extLst>
                  <a:ext uri="{FF2B5EF4-FFF2-40B4-BE49-F238E27FC236}">
                    <a16:creationId xmlns:a16="http://schemas.microsoft.com/office/drawing/2014/main" id="{25589C89-D707-48B9-8A8A-C330FA672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8" y="3461711"/>
                <a:ext cx="831533" cy="581025"/>
              </a:xfrm>
              <a:prstGeom prst="rect">
                <a:avLst/>
              </a:prstGeom>
              <a:blipFill>
                <a:blip r:embed="rId4"/>
                <a:stretch>
                  <a:fillRect t="-2105" r="-22059" b="-2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6BCDFEA1-D3C1-4B5A-A49E-644D81662571}"/>
              </a:ext>
            </a:extLst>
          </p:cNvPr>
          <p:cNvSpPr txBox="1">
            <a:spLocks/>
          </p:cNvSpPr>
          <p:nvPr/>
        </p:nvSpPr>
        <p:spPr>
          <a:xfrm>
            <a:off x="3333906" y="3121987"/>
            <a:ext cx="5304272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前</a:t>
            </a:r>
            <a:r>
              <a:rPr lang="en-US" altLang="zh-CN" dirty="0">
                <a:latin typeface="Garamond" panose="02020404030301010803" pitchFamily="18" charset="0"/>
              </a:rPr>
              <a:t>2016</a:t>
            </a:r>
            <a:r>
              <a:rPr lang="zh-CN" altLang="en-US" dirty="0">
                <a:latin typeface="Garamond" panose="02020404030301010803" pitchFamily="18" charset="0"/>
              </a:rPr>
              <a:t>个区块所用总时间（分钟）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1" name="内容占位符 2">
            <a:extLst>
              <a:ext uri="{FF2B5EF4-FFF2-40B4-BE49-F238E27FC236}">
                <a16:creationId xmlns:a16="http://schemas.microsoft.com/office/drawing/2014/main" id="{1111529C-B826-4AA7-856A-482AAECF0025}"/>
              </a:ext>
            </a:extLst>
          </p:cNvPr>
          <p:cNvSpPr txBox="1">
            <a:spLocks/>
          </p:cNvSpPr>
          <p:nvPr/>
        </p:nvSpPr>
        <p:spPr>
          <a:xfrm>
            <a:off x="3333906" y="3814137"/>
            <a:ext cx="5304272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126EBCC-2949-415D-9E54-4C4AAEEC0571}"/>
              </a:ext>
            </a:extLst>
          </p:cNvPr>
          <p:cNvCxnSpPr>
            <a:cxnSpLocks/>
          </p:cNvCxnSpPr>
          <p:nvPr/>
        </p:nvCxnSpPr>
        <p:spPr>
          <a:xfrm>
            <a:off x="3402011" y="3752223"/>
            <a:ext cx="52361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内容占位符 2">
                <a:extLst>
                  <a:ext uri="{FF2B5EF4-FFF2-40B4-BE49-F238E27FC236}">
                    <a16:creationId xmlns:a16="http://schemas.microsoft.com/office/drawing/2014/main" id="{F34A6160-4519-4E0A-8A47-E30347E03B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51481" y="3444249"/>
                <a:ext cx="831533" cy="5810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dirty="0">
                    <a:latin typeface="Garamond" panose="02020404030301010803" pitchFamily="18" charset="0"/>
                  </a:rPr>
                  <a:t>×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64" name="内容占位符 2">
                <a:extLst>
                  <a:ext uri="{FF2B5EF4-FFF2-40B4-BE49-F238E27FC236}">
                    <a16:creationId xmlns:a16="http://schemas.microsoft.com/office/drawing/2014/main" id="{F34A6160-4519-4E0A-8A47-E30347E03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481" y="3444249"/>
                <a:ext cx="831533" cy="581025"/>
              </a:xfrm>
              <a:prstGeom prst="rect">
                <a:avLst/>
              </a:prstGeom>
              <a:blipFill>
                <a:blip r:embed="rId5"/>
                <a:stretch>
                  <a:fillRect l="-15441" t="-3158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87DC2A0-82E7-84F7-A888-39DE386382C0}"/>
              </a:ext>
            </a:extLst>
          </p:cNvPr>
          <p:cNvSpPr txBox="1">
            <a:spLocks/>
          </p:cNvSpPr>
          <p:nvPr/>
        </p:nvSpPr>
        <p:spPr>
          <a:xfrm>
            <a:off x="3361118" y="3734761"/>
            <a:ext cx="5304272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2016</a:t>
            </a:r>
            <a:r>
              <a:rPr lang="zh-CN" altLang="en-US" dirty="0">
                <a:latin typeface="Garamond" panose="02020404030301010803" pitchFamily="18" charset="0"/>
              </a:rPr>
              <a:t>个</a:t>
            </a:r>
            <a:r>
              <a:rPr lang="en-US" altLang="zh-CN" dirty="0">
                <a:latin typeface="Garamond" panose="02020404030301010803" pitchFamily="18" charset="0"/>
              </a:rPr>
              <a:t> * 10</a:t>
            </a:r>
            <a:r>
              <a:rPr lang="zh-CN" altLang="en-US" dirty="0">
                <a:latin typeface="Garamond" panose="02020404030301010803" pitchFamily="18" charset="0"/>
              </a:rPr>
              <a:t>分钟</a:t>
            </a:r>
            <a:r>
              <a:rPr lang="en-US" altLang="zh-CN" dirty="0">
                <a:latin typeface="Garamond" panose="02020404030301010803" pitchFamily="18" charset="0"/>
              </a:rPr>
              <a:t>/</a:t>
            </a:r>
            <a:r>
              <a:rPr lang="zh-CN" altLang="en-US" dirty="0">
                <a:latin typeface="Garamond" panose="02020404030301010803" pitchFamily="18" charset="0"/>
              </a:rPr>
              <a:t>个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AC6AB7-0404-40EB-A96A-10DC8B7BC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35" y="2279262"/>
            <a:ext cx="11454106" cy="443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5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7C9BC-4C41-42B4-A7C0-0DF507B03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550"/>
            <a:ext cx="12192000" cy="51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0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铸币交易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11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429B910-C3B6-4141-BCFB-25E4CB0278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841" y="1339268"/>
                <a:ext cx="11563900" cy="12376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latin typeface="Garamond" panose="02020404030301010803" pitchFamily="18" charset="0"/>
                  </a:rPr>
                  <a:t>为什么要争着</a:t>
                </a:r>
                <a:r>
                  <a:rPr lang="en-US" altLang="zh-CN" dirty="0" err="1">
                    <a:latin typeface="Garamond" panose="02020404030301010803" pitchFamily="18" charset="0"/>
                  </a:rPr>
                  <a:t>PoW</a:t>
                </a:r>
                <a:r>
                  <a:rPr lang="zh-CN" altLang="en-US" dirty="0">
                    <a:latin typeface="Garamond" panose="02020404030301010803" pitchFamily="18" charset="0"/>
                  </a:rPr>
                  <a:t>？</a:t>
                </a:r>
                <a:endParaRPr lang="en-US" altLang="zh-CN" dirty="0">
                  <a:latin typeface="Garamond" panose="02020404030301010803" pitchFamily="18" charset="0"/>
                </a:endParaRPr>
              </a:p>
              <a:p>
                <a:pPr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Garamond" panose="02020404030301010803" pitchFamily="18" charset="0"/>
                  </a:rPr>
                  <a:t> </a:t>
                </a:r>
                <a:r>
                  <a:rPr lang="zh-CN" altLang="en-US" dirty="0">
                    <a:latin typeface="Garamond" panose="02020404030301010803" pitchFamily="18" charset="0"/>
                  </a:rPr>
                  <a:t>新区块的首个交易为</a:t>
                </a:r>
                <a:r>
                  <a:rPr lang="zh-CN" altLang="en-US" b="1" dirty="0">
                    <a:solidFill>
                      <a:srgbClr val="5B307E"/>
                    </a:solidFill>
                    <a:latin typeface="Garamond" panose="02020404030301010803" pitchFamily="18" charset="0"/>
                  </a:rPr>
                  <a:t>铸币交易</a:t>
                </a:r>
                <a:r>
                  <a:rPr lang="zh-CN" altLang="en-US" dirty="0">
                    <a:latin typeface="Garamond" panose="02020404030301010803" pitchFamily="18" charset="0"/>
                  </a:rPr>
                  <a:t>，</a:t>
                </a:r>
                <a:r>
                  <a:rPr lang="zh-CN" altLang="en-US" b="1" dirty="0">
                    <a:solidFill>
                      <a:srgbClr val="5B307E"/>
                    </a:solidFill>
                    <a:latin typeface="Garamond" panose="02020404030301010803" pitchFamily="18" charset="0"/>
                  </a:rPr>
                  <a:t>凭空产生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个比特币给该区块发布者</a:t>
                </a:r>
                <a:endParaRPr lang="en-US" altLang="zh-CN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429B910-C3B6-4141-BCFB-25E4CB027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1" y="1339268"/>
                <a:ext cx="11563900" cy="1237677"/>
              </a:xfrm>
              <a:prstGeom prst="rect">
                <a:avLst/>
              </a:prstGeom>
              <a:blipFill>
                <a:blip r:embed="rId3"/>
                <a:stretch>
                  <a:fillRect l="-896" b="-4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C6F464F-1BEC-4692-8F3D-02744CDF3282}"/>
              </a:ext>
            </a:extLst>
          </p:cNvPr>
          <p:cNvSpPr/>
          <p:nvPr/>
        </p:nvSpPr>
        <p:spPr>
          <a:xfrm>
            <a:off x="1518483" y="2921940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B23EBE-23EB-460A-8A16-E986DE72D27C}"/>
              </a:ext>
            </a:extLst>
          </p:cNvPr>
          <p:cNvSpPr txBox="1"/>
          <p:nvPr/>
        </p:nvSpPr>
        <p:spPr>
          <a:xfrm>
            <a:off x="718521" y="2949248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A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09AB9D-7CCF-4610-9243-E98752AADB20}"/>
              </a:ext>
            </a:extLst>
          </p:cNvPr>
          <p:cNvSpPr/>
          <p:nvPr/>
        </p:nvSpPr>
        <p:spPr>
          <a:xfrm>
            <a:off x="1279997" y="3690884"/>
            <a:ext cx="110154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5D2DF-2B66-4EDA-A8C9-E4AA51C73ED4}"/>
              </a:ext>
            </a:extLst>
          </p:cNvPr>
          <p:cNvSpPr/>
          <p:nvPr/>
        </p:nvSpPr>
        <p:spPr>
          <a:xfrm>
            <a:off x="1440689" y="3690884"/>
            <a:ext cx="110154" cy="4239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DB53D4-8591-4A06-9B97-1704A044EBDC}"/>
              </a:ext>
            </a:extLst>
          </p:cNvPr>
          <p:cNvSpPr/>
          <p:nvPr/>
        </p:nvSpPr>
        <p:spPr>
          <a:xfrm>
            <a:off x="1593089" y="3690884"/>
            <a:ext cx="110154" cy="4239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1E1BD3-A1EB-4A65-B83D-8E124D790F3D}"/>
              </a:ext>
            </a:extLst>
          </p:cNvPr>
          <p:cNvSpPr/>
          <p:nvPr/>
        </p:nvSpPr>
        <p:spPr>
          <a:xfrm>
            <a:off x="1745489" y="3690884"/>
            <a:ext cx="110154" cy="4239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6D69B0-08C7-424D-90DA-724B90D1EB89}"/>
              </a:ext>
            </a:extLst>
          </p:cNvPr>
          <p:cNvSpPr/>
          <p:nvPr/>
        </p:nvSpPr>
        <p:spPr>
          <a:xfrm>
            <a:off x="1897889" y="3690884"/>
            <a:ext cx="110154" cy="4239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46D179-8D9D-4DF8-BFF3-A060A2D9ADC5}"/>
              </a:ext>
            </a:extLst>
          </p:cNvPr>
          <p:cNvSpPr/>
          <p:nvPr/>
        </p:nvSpPr>
        <p:spPr>
          <a:xfrm>
            <a:off x="2050289" y="3690884"/>
            <a:ext cx="110154" cy="4239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43E5748-1160-47D1-A54B-EE6987DA9FF2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335074" y="4114833"/>
            <a:ext cx="0" cy="290378"/>
          </a:xfrm>
          <a:prstGeom prst="line">
            <a:avLst/>
          </a:prstGeom>
          <a:ln w="38100">
            <a:solidFill>
              <a:srgbClr val="F9BC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67468EE-3777-43EF-9D34-FF78E74FED13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60281" y="3133914"/>
            <a:ext cx="458202" cy="1"/>
          </a:xfrm>
          <a:prstGeom prst="straightConnector1">
            <a:avLst/>
          </a:prstGeom>
          <a:ln w="28575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546E58B-752D-4145-AD61-B08002075EDC}"/>
              </a:ext>
            </a:extLst>
          </p:cNvPr>
          <p:cNvCxnSpPr>
            <a:stCxn id="8" idx="0"/>
            <a:endCxn id="6" idx="2"/>
          </p:cNvCxnSpPr>
          <p:nvPr/>
        </p:nvCxnSpPr>
        <p:spPr>
          <a:xfrm flipV="1">
            <a:off x="1335074" y="3345889"/>
            <a:ext cx="399540" cy="344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5B949BE-74BC-449F-B6A8-383A39F4A213}"/>
              </a:ext>
            </a:extLst>
          </p:cNvPr>
          <p:cNvCxnSpPr>
            <a:stCxn id="9" idx="0"/>
            <a:endCxn id="6" idx="2"/>
          </p:cNvCxnSpPr>
          <p:nvPr/>
        </p:nvCxnSpPr>
        <p:spPr>
          <a:xfrm flipV="1">
            <a:off x="1495766" y="3345889"/>
            <a:ext cx="238848" cy="344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F735853-7201-4497-B2A7-9CDFE6071201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flipV="1">
            <a:off x="1648166" y="3345889"/>
            <a:ext cx="86448" cy="344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0D8E4DB-D614-4446-869A-876C92B48600}"/>
              </a:ext>
            </a:extLst>
          </p:cNvPr>
          <p:cNvCxnSpPr>
            <a:stCxn id="11" idx="0"/>
            <a:endCxn id="6" idx="2"/>
          </p:cNvCxnSpPr>
          <p:nvPr/>
        </p:nvCxnSpPr>
        <p:spPr>
          <a:xfrm flipH="1" flipV="1">
            <a:off x="1734614" y="3345889"/>
            <a:ext cx="65952" cy="344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F425014-55A3-4ECE-B9E6-DD62AEBDBB19}"/>
              </a:ext>
            </a:extLst>
          </p:cNvPr>
          <p:cNvCxnSpPr>
            <a:stCxn id="12" idx="0"/>
            <a:endCxn id="6" idx="2"/>
          </p:cNvCxnSpPr>
          <p:nvPr/>
        </p:nvCxnSpPr>
        <p:spPr>
          <a:xfrm flipH="1" flipV="1">
            <a:off x="1734614" y="3345889"/>
            <a:ext cx="218352" cy="344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4BB6D8F-68F7-4174-81C7-8FA823FB8866}"/>
              </a:ext>
            </a:extLst>
          </p:cNvPr>
          <p:cNvCxnSpPr>
            <a:stCxn id="13" idx="0"/>
            <a:endCxn id="6" idx="2"/>
          </p:cNvCxnSpPr>
          <p:nvPr/>
        </p:nvCxnSpPr>
        <p:spPr>
          <a:xfrm flipH="1" flipV="1">
            <a:off x="1734614" y="3345889"/>
            <a:ext cx="370752" cy="344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7667BB68-CCC5-4718-850A-0C1B808E7A71}"/>
              </a:ext>
            </a:extLst>
          </p:cNvPr>
          <p:cNvSpPr txBox="1"/>
          <p:nvPr/>
        </p:nvSpPr>
        <p:spPr>
          <a:xfrm>
            <a:off x="9888248" y="440391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比特币发行机制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479A2A4-A8E2-4985-A18A-3732F0504AA6}"/>
              </a:ext>
            </a:extLst>
          </p:cNvPr>
          <p:cNvSpPr txBox="1"/>
          <p:nvPr/>
        </p:nvSpPr>
        <p:spPr>
          <a:xfrm>
            <a:off x="4681655" y="3633847"/>
            <a:ext cx="736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The Times 03/Jan/2009 Chancellor on brink of second bailout for banks</a:t>
            </a:r>
            <a:endParaRPr lang="zh-CN" altLang="en-US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AF2CFF-7B0A-4C30-8147-BF55C69F67A2}"/>
              </a:ext>
            </a:extLst>
          </p:cNvPr>
          <p:cNvSpPr/>
          <p:nvPr/>
        </p:nvSpPr>
        <p:spPr>
          <a:xfrm>
            <a:off x="2664100" y="4405211"/>
            <a:ext cx="1513898" cy="9605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2085A22-F0C4-4DB5-95A1-9832FCEAFCD2}"/>
              </a:ext>
            </a:extLst>
          </p:cNvPr>
          <p:cNvSpPr/>
          <p:nvPr/>
        </p:nvSpPr>
        <p:spPr>
          <a:xfrm>
            <a:off x="2664100" y="5578330"/>
            <a:ext cx="1513898" cy="9605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F95D0-3DEB-420B-A20A-1AB2EA3A39F1}"/>
              </a:ext>
            </a:extLst>
          </p:cNvPr>
          <p:cNvSpPr/>
          <p:nvPr/>
        </p:nvSpPr>
        <p:spPr>
          <a:xfrm>
            <a:off x="470301" y="4417806"/>
            <a:ext cx="1763326" cy="9432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935A8DB-2498-4870-9137-F69137E4D5D0}"/>
              </a:ext>
            </a:extLst>
          </p:cNvPr>
          <p:cNvSpPr txBox="1"/>
          <p:nvPr/>
        </p:nvSpPr>
        <p:spPr>
          <a:xfrm>
            <a:off x="443416" y="4420015"/>
            <a:ext cx="178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Coinbase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 Tx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70254F9-AB73-4F15-B1E3-77CF29C6883A}"/>
              </a:ext>
            </a:extLst>
          </p:cNvPr>
          <p:cNvSpPr txBox="1"/>
          <p:nvPr/>
        </p:nvSpPr>
        <p:spPr>
          <a:xfrm>
            <a:off x="1917556" y="4897082"/>
            <a:ext cx="30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ED9D842-FEF5-4E4F-8482-8826A1C61F1B}"/>
                  </a:ext>
                </a:extLst>
              </p:cNvPr>
              <p:cNvSpPr txBox="1"/>
              <p:nvPr/>
            </p:nvSpPr>
            <p:spPr>
              <a:xfrm>
                <a:off x="836894" y="4897082"/>
                <a:ext cx="951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BTC</a:t>
                </a:r>
                <a:endPara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ED9D842-FEF5-4E4F-8482-8826A1C61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94" y="4897082"/>
                <a:ext cx="951099" cy="369332"/>
              </a:xfrm>
              <a:prstGeom prst="rect">
                <a:avLst/>
              </a:prstGeom>
              <a:blipFill>
                <a:blip r:embed="rId4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5CAAAD7-10FA-4FAA-A57F-4E02A3A7421D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1692743" y="5081748"/>
            <a:ext cx="224813" cy="0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892315B2-089E-4C1B-BA15-4C890B7FC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" y="4853539"/>
            <a:ext cx="456418" cy="456418"/>
          </a:xfrm>
          <a:prstGeom prst="rect">
            <a:avLst/>
          </a:prstGeom>
        </p:spPr>
      </p:pic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A287AEC-355D-4F1E-957A-0E318E3F1079}"/>
              </a:ext>
            </a:extLst>
          </p:cNvPr>
          <p:cNvCxnSpPr>
            <a:cxnSpLocks/>
            <a:stCxn id="55" idx="2"/>
            <a:endCxn id="40" idx="0"/>
          </p:cNvCxnSpPr>
          <p:nvPr/>
        </p:nvCxnSpPr>
        <p:spPr>
          <a:xfrm>
            <a:off x="3421049" y="4192674"/>
            <a:ext cx="0" cy="212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FCB8AD2-229C-4A73-BD8F-676DFE55DBD3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233627" y="4889418"/>
            <a:ext cx="430473" cy="11692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6434F9B2-DE04-492B-A18E-7E31C2487446}"/>
              </a:ext>
            </a:extLst>
          </p:cNvPr>
          <p:cNvSpPr/>
          <p:nvPr/>
        </p:nvSpPr>
        <p:spPr>
          <a:xfrm>
            <a:off x="2664100" y="3232092"/>
            <a:ext cx="1513898" cy="9605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3DB991E-B5EF-4D56-BFE9-7F9888869976}"/>
              </a:ext>
            </a:extLst>
          </p:cNvPr>
          <p:cNvCxnSpPr>
            <a:cxnSpLocks/>
            <a:stCxn id="44" idx="3"/>
            <a:endCxn id="55" idx="1"/>
          </p:cNvCxnSpPr>
          <p:nvPr/>
        </p:nvCxnSpPr>
        <p:spPr>
          <a:xfrm flipV="1">
            <a:off x="2233627" y="3712383"/>
            <a:ext cx="430473" cy="1177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2892734-EE19-4DA0-9681-DBDB24C9FCEE}"/>
              </a:ext>
            </a:extLst>
          </p:cNvPr>
          <p:cNvSpPr txBox="1"/>
          <p:nvPr/>
        </p:nvSpPr>
        <p:spPr>
          <a:xfrm>
            <a:off x="3022542" y="3232092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Inputs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54D5757-2352-470F-8802-A9ED450445CB}"/>
              </a:ext>
            </a:extLst>
          </p:cNvPr>
          <p:cNvSpPr txBox="1"/>
          <p:nvPr/>
        </p:nvSpPr>
        <p:spPr>
          <a:xfrm>
            <a:off x="2947722" y="3680305"/>
            <a:ext cx="93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Message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3885165-E22C-4085-A75D-86A01A34F181}"/>
              </a:ext>
            </a:extLst>
          </p:cNvPr>
          <p:cNvSpPr txBox="1"/>
          <p:nvPr/>
        </p:nvSpPr>
        <p:spPr>
          <a:xfrm>
            <a:off x="2949830" y="4420319"/>
            <a:ext cx="93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Message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50C043F-DD94-4E9C-88AF-D4B918078BDC}"/>
              </a:ext>
            </a:extLst>
          </p:cNvPr>
          <p:cNvSpPr txBox="1"/>
          <p:nvPr/>
        </p:nvSpPr>
        <p:spPr>
          <a:xfrm>
            <a:off x="2892338" y="489381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100 Bytes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5BC34BF5-1F96-4AA6-892B-86E1D22AF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8559" y="6011492"/>
            <a:ext cx="7724775" cy="457200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5041B123-6F7C-4353-9BC7-1CB2148A299B}"/>
              </a:ext>
            </a:extLst>
          </p:cNvPr>
          <p:cNvSpPr txBox="1"/>
          <p:nvPr/>
        </p:nvSpPr>
        <p:spPr>
          <a:xfrm>
            <a:off x="4348513" y="5625244"/>
            <a:ext cx="15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e.g.</a:t>
            </a:r>
            <a:r>
              <a:rPr lang="zh-CN" altLang="en-US" dirty="0">
                <a:latin typeface="Garamond" panose="02020404030301010803" pitchFamily="18" charset="0"/>
              </a:rPr>
              <a:t>：</a:t>
            </a:r>
            <a:r>
              <a:rPr lang="en-US" altLang="zh-CN" dirty="0">
                <a:latin typeface="Garamond" panose="02020404030301010803" pitchFamily="18" charset="0"/>
              </a:rPr>
              <a:t>#890353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69" name="内容占位符 2">
            <a:extLst>
              <a:ext uri="{FF2B5EF4-FFF2-40B4-BE49-F238E27FC236}">
                <a16:creationId xmlns:a16="http://schemas.microsoft.com/office/drawing/2014/main" id="{A61941C7-613B-42AB-9255-09E3B18A9DF8}"/>
              </a:ext>
            </a:extLst>
          </p:cNvPr>
          <p:cNvSpPr txBox="1">
            <a:spLocks/>
          </p:cNvSpPr>
          <p:nvPr/>
        </p:nvSpPr>
        <p:spPr>
          <a:xfrm>
            <a:off x="4681655" y="3034554"/>
            <a:ext cx="7255869" cy="5152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中本聪在创世纪块的</a:t>
            </a:r>
            <a:r>
              <a:rPr lang="en-US" altLang="zh-CN" dirty="0">
                <a:latin typeface="Garamond" panose="02020404030301010803" pitchFamily="18" charset="0"/>
              </a:rPr>
              <a:t>Coinbase</a:t>
            </a:r>
            <a:r>
              <a:rPr lang="zh-CN" altLang="en-US" dirty="0">
                <a:latin typeface="Garamond" panose="02020404030301010803" pitchFamily="18" charset="0"/>
              </a:rPr>
              <a:t>交易中写下了一句话：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20D5045-1AD5-4808-BB1C-F547AD589837}"/>
              </a:ext>
            </a:extLst>
          </p:cNvPr>
          <p:cNvSpPr/>
          <p:nvPr/>
        </p:nvSpPr>
        <p:spPr>
          <a:xfrm>
            <a:off x="5329127" y="4349293"/>
            <a:ext cx="432262" cy="423949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068E5CB-8AF4-4E62-817A-2872A9DCB955}"/>
              </a:ext>
            </a:extLst>
          </p:cNvPr>
          <p:cNvSpPr/>
          <p:nvPr/>
        </p:nvSpPr>
        <p:spPr>
          <a:xfrm>
            <a:off x="6104289" y="434929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68F92E8-7686-46FF-9E4D-58B2EBEE4BA1}"/>
              </a:ext>
            </a:extLst>
          </p:cNvPr>
          <p:cNvSpPr/>
          <p:nvPr/>
        </p:nvSpPr>
        <p:spPr>
          <a:xfrm>
            <a:off x="6879451" y="434929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67A2BD9-6318-418B-9811-47EE5B7CE94D}"/>
              </a:ext>
            </a:extLst>
          </p:cNvPr>
          <p:cNvSpPr/>
          <p:nvPr/>
        </p:nvSpPr>
        <p:spPr>
          <a:xfrm>
            <a:off x="7654613" y="434929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4" name="直线箭头连接符 11">
            <a:extLst>
              <a:ext uri="{FF2B5EF4-FFF2-40B4-BE49-F238E27FC236}">
                <a16:creationId xmlns:a16="http://schemas.microsoft.com/office/drawing/2014/main" id="{034DC867-ADCB-4FC9-BF6E-EF5755957696}"/>
              </a:ext>
            </a:extLst>
          </p:cNvPr>
          <p:cNvCxnSpPr>
            <a:cxnSpLocks/>
          </p:cNvCxnSpPr>
          <p:nvPr/>
        </p:nvCxnSpPr>
        <p:spPr>
          <a:xfrm flipH="1">
            <a:off x="5761389" y="456126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12">
            <a:extLst>
              <a:ext uri="{FF2B5EF4-FFF2-40B4-BE49-F238E27FC236}">
                <a16:creationId xmlns:a16="http://schemas.microsoft.com/office/drawing/2014/main" id="{EF6059C2-62ED-450B-B23C-53AA12DEF48F}"/>
              </a:ext>
            </a:extLst>
          </p:cNvPr>
          <p:cNvCxnSpPr>
            <a:cxnSpLocks/>
          </p:cNvCxnSpPr>
          <p:nvPr/>
        </p:nvCxnSpPr>
        <p:spPr>
          <a:xfrm flipH="1">
            <a:off x="6536551" y="456126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13">
            <a:extLst>
              <a:ext uri="{FF2B5EF4-FFF2-40B4-BE49-F238E27FC236}">
                <a16:creationId xmlns:a16="http://schemas.microsoft.com/office/drawing/2014/main" id="{021ABE06-C76F-4D82-AEE6-5BD6B11730FF}"/>
              </a:ext>
            </a:extLst>
          </p:cNvPr>
          <p:cNvCxnSpPr>
            <a:cxnSpLocks/>
          </p:cNvCxnSpPr>
          <p:nvPr/>
        </p:nvCxnSpPr>
        <p:spPr>
          <a:xfrm flipH="1">
            <a:off x="7311713" y="456126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14">
            <a:extLst>
              <a:ext uri="{FF2B5EF4-FFF2-40B4-BE49-F238E27FC236}">
                <a16:creationId xmlns:a16="http://schemas.microsoft.com/office/drawing/2014/main" id="{0EFBEFCC-091E-4155-9EC4-90510469C076}"/>
              </a:ext>
            </a:extLst>
          </p:cNvPr>
          <p:cNvCxnSpPr>
            <a:cxnSpLocks/>
          </p:cNvCxnSpPr>
          <p:nvPr/>
        </p:nvCxnSpPr>
        <p:spPr>
          <a:xfrm flipH="1">
            <a:off x="8086875" y="456126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AF0E5ADB-5DA9-41B6-8A61-013B60E089AE}"/>
              </a:ext>
            </a:extLst>
          </p:cNvPr>
          <p:cNvSpPr/>
          <p:nvPr/>
        </p:nvSpPr>
        <p:spPr>
          <a:xfrm>
            <a:off x="8429775" y="434929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9" name="箭头: 上 78">
            <a:extLst>
              <a:ext uri="{FF2B5EF4-FFF2-40B4-BE49-F238E27FC236}">
                <a16:creationId xmlns:a16="http://schemas.microsoft.com/office/drawing/2014/main" id="{057903E2-8BA4-4FEF-9011-D150E5948DBD}"/>
              </a:ext>
            </a:extLst>
          </p:cNvPr>
          <p:cNvSpPr/>
          <p:nvPr/>
        </p:nvSpPr>
        <p:spPr>
          <a:xfrm>
            <a:off x="5419725" y="4045298"/>
            <a:ext cx="247650" cy="207092"/>
          </a:xfrm>
          <a:prstGeom prst="upArrow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4EA80D4-6B6C-4533-9758-8D3926EB1535}"/>
              </a:ext>
            </a:extLst>
          </p:cNvPr>
          <p:cNvSpPr txBox="1"/>
          <p:nvPr/>
        </p:nvSpPr>
        <p:spPr>
          <a:xfrm>
            <a:off x="5329127" y="478965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#1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56D53EC-91AB-48A2-B8C4-3EDB097E4E54}"/>
              </a:ext>
            </a:extLst>
          </p:cNvPr>
          <p:cNvSpPr txBox="1"/>
          <p:nvPr/>
        </p:nvSpPr>
        <p:spPr>
          <a:xfrm>
            <a:off x="4853159" y="5056763"/>
            <a:ext cx="146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Genesis Block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E530A0F-0B21-49F7-ADF4-7B94729EAE41}"/>
              </a:ext>
            </a:extLst>
          </p:cNvPr>
          <p:cNvSpPr txBox="1"/>
          <p:nvPr/>
        </p:nvSpPr>
        <p:spPr>
          <a:xfrm>
            <a:off x="2934496" y="5623918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Outputs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F179C44-2945-4B42-BAC9-25041A512AF6}"/>
              </a:ext>
            </a:extLst>
          </p:cNvPr>
          <p:cNvSpPr txBox="1"/>
          <p:nvPr/>
        </p:nvSpPr>
        <p:spPr>
          <a:xfrm>
            <a:off x="2947722" y="608401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P2PKH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27F66-9643-683B-965E-473287AA9B23}"/>
              </a:ext>
            </a:extLst>
          </p:cNvPr>
          <p:cNvSpPr txBox="1"/>
          <p:nvPr/>
        </p:nvSpPr>
        <p:spPr>
          <a:xfrm>
            <a:off x="6918718" y="5289353"/>
            <a:ext cx="4802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Coinbase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message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也可作为</a:t>
            </a:r>
            <a:r>
              <a:rPr lang="en-US" altLang="zh-CN" b="1" dirty="0" err="1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额外探索空间</a:t>
            </a:r>
          </a:p>
        </p:txBody>
      </p:sp>
    </p:spTree>
    <p:extLst>
      <p:ext uri="{BB962C8B-B14F-4D97-AF65-F5344CB8AC3E}">
        <p14:creationId xmlns:p14="http://schemas.microsoft.com/office/powerpoint/2010/main" val="414087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4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6" grpId="0"/>
      <p:bldP spid="38" grpId="0"/>
      <p:bldP spid="40" grpId="0" animBg="1"/>
      <p:bldP spid="43" grpId="0" animBg="1"/>
      <p:bldP spid="44" grpId="0" animBg="1"/>
      <p:bldP spid="45" grpId="0"/>
      <p:bldP spid="46" grpId="0"/>
      <p:bldP spid="47" grpId="0"/>
      <p:bldP spid="55" grpId="0" animBg="1"/>
      <p:bldP spid="59" grpId="0"/>
      <p:bldP spid="60" grpId="0"/>
      <p:bldP spid="63" grpId="0"/>
      <p:bldP spid="64" grpId="0"/>
      <p:bldP spid="66" grpId="0"/>
      <p:bldP spid="69" grpId="0"/>
      <p:bldP spid="70" grpId="0" animBg="1"/>
      <p:bldP spid="71" grpId="0" animBg="1"/>
      <p:bldP spid="72" grpId="0" animBg="1"/>
      <p:bldP spid="73" grpId="0" animBg="1"/>
      <p:bldP spid="78" grpId="0" animBg="1"/>
      <p:bldP spid="79" grpId="0" animBg="1"/>
      <p:bldP spid="80" grpId="0"/>
      <p:bldP spid="81" grpId="0"/>
      <p:bldP spid="82" grpId="0"/>
      <p:bldP spid="83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铸币交易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12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429B910-C3B6-4141-BCFB-25E4CB0278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841" y="1339268"/>
                <a:ext cx="11563900" cy="25755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多少？</a:t>
                </a:r>
                <a:endParaRPr lang="en-US" altLang="zh-CN" dirty="0">
                  <a:latin typeface="Garamond" panose="02020404030301010803" pitchFamily="18" charset="0"/>
                </a:endParaRPr>
              </a:p>
              <a:p>
                <a:pPr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Garamond" panose="02020404030301010803" pitchFamily="18" charset="0"/>
                  </a:rPr>
                  <a:t> </a:t>
                </a:r>
                <a:r>
                  <a:rPr lang="zh-CN" altLang="en-US" dirty="0">
                    <a:latin typeface="Garamond" panose="02020404030301010803" pitchFamily="18" charset="0"/>
                  </a:rPr>
                  <a:t>初始是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，即每挖出一个区块，获得</a:t>
                </a:r>
                <a:r>
                  <a:rPr lang="en-US" altLang="zh-CN" dirty="0">
                    <a:latin typeface="Garamond" panose="02020404030301010803" pitchFamily="18" charset="0"/>
                  </a:rPr>
                  <a:t>50 BTC</a:t>
                </a:r>
                <a:r>
                  <a:rPr lang="zh-CN" altLang="en-US" dirty="0">
                    <a:latin typeface="Garamond" panose="02020404030301010803" pitchFamily="18" charset="0"/>
                  </a:rPr>
                  <a:t>；</a:t>
                </a:r>
                <a:endParaRPr lang="en-US" altLang="zh-CN" dirty="0">
                  <a:latin typeface="Garamond" panose="02020404030301010803" pitchFamily="18" charset="0"/>
                </a:endParaRPr>
              </a:p>
              <a:p>
                <a:pPr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Garamond" panose="02020404030301010803" pitchFamily="18" charset="0"/>
                  </a:rPr>
                  <a:t> </a:t>
                </a:r>
                <a:r>
                  <a:rPr lang="zh-CN" altLang="en-US" dirty="0">
                    <a:latin typeface="Garamond" panose="02020404030301010803" pitchFamily="18" charset="0"/>
                  </a:rPr>
                  <a:t>每</a:t>
                </a:r>
                <a:r>
                  <a:rPr lang="en-US" altLang="zh-CN" dirty="0">
                    <a:latin typeface="Garamond" panose="02020404030301010803" pitchFamily="18" charset="0"/>
                  </a:rPr>
                  <a:t>210000</a:t>
                </a:r>
                <a:r>
                  <a:rPr lang="zh-CN" altLang="en-US" dirty="0"/>
                  <a:t>个区块，出块奖励减半；</a:t>
                </a:r>
                <a:endParaRPr lang="en-US" altLang="zh-CN" dirty="0"/>
              </a:p>
              <a:p>
                <a:pPr lvl="1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Garamond" panose="02020404030301010803" pitchFamily="18" charset="0"/>
                  </a:rPr>
                  <a:t> </a:t>
                </a:r>
                <a:r>
                  <a:rPr lang="zh-CN" altLang="en-US" dirty="0">
                    <a:latin typeface="Garamond" panose="02020404030301010803" pitchFamily="18" charset="0"/>
                  </a:rPr>
                  <a:t>现在，出块奖励是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=3.125</m:t>
                    </m:r>
                  </m:oMath>
                </a14:m>
                <a:r>
                  <a:rPr lang="en-US" altLang="zh-CN" dirty="0">
                    <a:latin typeface="Garamond" panose="02020404030301010803" pitchFamily="18" charset="0"/>
                  </a:rPr>
                  <a:t> BTC</a:t>
                </a:r>
                <a:r>
                  <a:rPr lang="zh-CN" altLang="en-US" dirty="0">
                    <a:latin typeface="Garamond" panose="02020404030301010803" pitchFamily="18" charset="0"/>
                  </a:rPr>
                  <a:t>；</a:t>
                </a:r>
                <a:endParaRPr lang="en-US" altLang="zh-CN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429B910-C3B6-4141-BCFB-25E4CB027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1" y="1339268"/>
                <a:ext cx="11563900" cy="2575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060E529A-55E8-4240-B18B-C3189DE7946C}"/>
              </a:ext>
            </a:extLst>
          </p:cNvPr>
          <p:cNvSpPr txBox="1">
            <a:spLocks/>
          </p:cNvSpPr>
          <p:nvPr/>
        </p:nvSpPr>
        <p:spPr>
          <a:xfrm>
            <a:off x="220090" y="4035572"/>
            <a:ext cx="3033595" cy="594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比特币总的发行量：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E6A5B62-E350-4A40-89B7-D15260291F64}"/>
                  </a:ext>
                </a:extLst>
              </p:cNvPr>
              <p:cNvSpPr txBox="1"/>
              <p:nvPr/>
            </p:nvSpPr>
            <p:spPr>
              <a:xfrm>
                <a:off x="2934095" y="3820873"/>
                <a:ext cx="9024778" cy="1023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=50∙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∙210,000=10,500,000∙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=21,000,000</m:t>
                      </m:r>
                    </m:oMath>
                  </m:oMathPara>
                </a14:m>
                <a:endParaRPr lang="zh-CN" altLang="en-US" sz="20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E6A5B62-E350-4A40-89B7-D15260291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095" y="3820873"/>
                <a:ext cx="9024778" cy="10238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368DCB1E-B606-44BF-B5B5-EB577DB06273}"/>
              </a:ext>
            </a:extLst>
          </p:cNvPr>
          <p:cNvSpPr txBox="1">
            <a:spLocks/>
          </p:cNvSpPr>
          <p:nvPr/>
        </p:nvSpPr>
        <p:spPr>
          <a:xfrm>
            <a:off x="220090" y="4844743"/>
            <a:ext cx="3494660" cy="594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出块奖励平均调整时间：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CE01B28-2D09-4C02-97A6-9C75A13C66E7}"/>
                  </a:ext>
                </a:extLst>
              </p:cNvPr>
              <p:cNvSpPr txBox="1"/>
              <p:nvPr/>
            </p:nvSpPr>
            <p:spPr>
              <a:xfrm>
                <a:off x="1043532" y="5620626"/>
                <a:ext cx="3277307" cy="524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210000 ∗10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24∗60∗365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>
                    <a:latin typeface="Garamond" panose="02020404030301010803" pitchFamily="18" charset="0"/>
                  </a:rPr>
                  <a:t>（年）</a:t>
                </a: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CE01B28-2D09-4C02-97A6-9C75A13C6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32" y="5620626"/>
                <a:ext cx="3277307" cy="524631"/>
              </a:xfrm>
              <a:prstGeom prst="rect">
                <a:avLst/>
              </a:prstGeom>
              <a:blipFill>
                <a:blip r:embed="rId5"/>
                <a:stretch>
                  <a:fillRect t="-1163" r="-4647" b="-2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内容占位符 2">
            <a:extLst>
              <a:ext uri="{FF2B5EF4-FFF2-40B4-BE49-F238E27FC236}">
                <a16:creationId xmlns:a16="http://schemas.microsoft.com/office/drawing/2014/main" id="{0714FE57-DB4D-409C-9BA6-920D0766FBC7}"/>
              </a:ext>
            </a:extLst>
          </p:cNvPr>
          <p:cNvSpPr txBox="1">
            <a:spLocks/>
          </p:cNvSpPr>
          <p:nvPr/>
        </p:nvSpPr>
        <p:spPr>
          <a:xfrm>
            <a:off x="5084560" y="4844743"/>
            <a:ext cx="4091065" cy="594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比特币全部发行完的时间点：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1C9E9D2-6127-4BC2-AC13-4D30490F6B83}"/>
              </a:ext>
            </a:extLst>
          </p:cNvPr>
          <p:cNvSpPr txBox="1"/>
          <p:nvPr/>
        </p:nvSpPr>
        <p:spPr>
          <a:xfrm>
            <a:off x="10634882" y="459727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恒定货币量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BA4CF2F-86F9-4234-85A1-42E47AC39D1C}"/>
                  </a:ext>
                </a:extLst>
              </p:cNvPr>
              <p:cNvSpPr txBox="1"/>
              <p:nvPr/>
            </p:nvSpPr>
            <p:spPr>
              <a:xfrm>
                <a:off x="6459876" y="5620626"/>
                <a:ext cx="1340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US" altLang="zh-CN" sz="2400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2140</a:t>
                </a:r>
                <a:r>
                  <a:rPr lang="zh-CN" altLang="en-US" sz="2400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年</a:t>
                </a: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BA4CF2F-86F9-4234-85A1-42E47AC39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876" y="5620626"/>
                <a:ext cx="1340432" cy="461665"/>
              </a:xfrm>
              <a:prstGeom prst="rect">
                <a:avLst/>
              </a:prstGeom>
              <a:blipFill>
                <a:blip r:embed="rId6"/>
                <a:stretch>
                  <a:fillRect t="-13158" r="-545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矩形 84">
            <a:extLst>
              <a:ext uri="{FF2B5EF4-FFF2-40B4-BE49-F238E27FC236}">
                <a16:creationId xmlns:a16="http://schemas.microsoft.com/office/drawing/2014/main" id="{3AA93C58-C8C6-4EC4-856B-AA3D62F5B58D}"/>
              </a:ext>
            </a:extLst>
          </p:cNvPr>
          <p:cNvSpPr/>
          <p:nvPr/>
        </p:nvSpPr>
        <p:spPr>
          <a:xfrm>
            <a:off x="9939345" y="5577213"/>
            <a:ext cx="158093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后续会怎样？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D6BE6CCA-0D17-4005-8B5D-0898A2D03F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683" y="5461048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7" grpId="0"/>
      <p:bldP spid="3" grpId="0"/>
      <p:bldP spid="67" grpId="0"/>
      <p:bldP spid="68" grpId="0"/>
      <p:bldP spid="82" grpId="0"/>
      <p:bldP spid="83" grpId="0"/>
      <p:bldP spid="84" grpId="0"/>
      <p:bldP spid="8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区块交易量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13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B8C2462-37D7-4598-B001-3AC2F9803AFF}"/>
              </a:ext>
            </a:extLst>
          </p:cNvPr>
          <p:cNvSpPr txBox="1">
            <a:spLocks/>
          </p:cNvSpPr>
          <p:nvPr/>
        </p:nvSpPr>
        <p:spPr>
          <a:xfrm>
            <a:off x="124841" y="1339269"/>
            <a:ext cx="11563900" cy="718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比特币协议规定了区块大小：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1 MB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C6AFCA6B-A88A-457A-A583-A2835F0A1BD9}"/>
              </a:ext>
            </a:extLst>
          </p:cNvPr>
          <p:cNvSpPr txBox="1">
            <a:spLocks/>
          </p:cNvSpPr>
          <p:nvPr/>
        </p:nvSpPr>
        <p:spPr>
          <a:xfrm>
            <a:off x="124841" y="2047877"/>
            <a:ext cx="11563900" cy="718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通过</a:t>
            </a:r>
            <a:r>
              <a:rPr lang="en-US" altLang="zh-CN" dirty="0" err="1">
                <a:latin typeface="Garamond" panose="02020404030301010803" pitchFamily="18" charset="0"/>
              </a:rPr>
              <a:t>SegWit</a:t>
            </a:r>
            <a:r>
              <a:rPr lang="zh-CN" altLang="en-US" dirty="0">
                <a:latin typeface="Garamond" panose="02020404030301010803" pitchFamily="18" charset="0"/>
              </a:rPr>
              <a:t>可以扩充大小至</a:t>
            </a:r>
            <a:r>
              <a:rPr lang="en-US" altLang="zh-CN" dirty="0">
                <a:latin typeface="Garamond" panose="02020404030301010803" pitchFamily="18" charset="0"/>
              </a:rPr>
              <a:t>2 MB</a:t>
            </a:r>
            <a:r>
              <a:rPr lang="zh-CN" altLang="en-US" dirty="0">
                <a:latin typeface="Garamond" panose="02020404030301010803" pitchFamily="18" charset="0"/>
              </a:rPr>
              <a:t>左右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99102472-115E-4343-BAFE-383000DE4DAF}"/>
              </a:ext>
            </a:extLst>
          </p:cNvPr>
          <p:cNvSpPr txBox="1">
            <a:spLocks/>
          </p:cNvSpPr>
          <p:nvPr/>
        </p:nvSpPr>
        <p:spPr>
          <a:xfrm>
            <a:off x="124841" y="2766009"/>
            <a:ext cx="11563900" cy="718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平均每个交易大小为</a:t>
            </a:r>
            <a:r>
              <a:rPr lang="en-US" altLang="zh-CN" dirty="0">
                <a:latin typeface="Garamond" panose="02020404030301010803" pitchFamily="18" charset="0"/>
              </a:rPr>
              <a:t>250 Bytes</a:t>
            </a:r>
            <a:r>
              <a:rPr lang="zh-CN" altLang="en-US" dirty="0">
                <a:latin typeface="Garamond" panose="02020404030301010803" pitchFamily="18" charset="0"/>
              </a:rPr>
              <a:t>，则一个区块包含的最大交易数量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约为</a:t>
            </a:r>
            <a:r>
              <a:rPr lang="en-US" altLang="zh-CN" dirty="0">
                <a:latin typeface="Garamond" panose="02020404030301010803" pitchFamily="18" charset="0"/>
              </a:rPr>
              <a:t>4000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D14FD46-C63B-43A1-9147-AEA2B8C7A9DA}"/>
              </a:ext>
            </a:extLst>
          </p:cNvPr>
          <p:cNvSpPr txBox="1">
            <a:spLocks/>
          </p:cNvSpPr>
          <p:nvPr/>
        </p:nvSpPr>
        <p:spPr>
          <a:xfrm>
            <a:off x="124841" y="3386755"/>
            <a:ext cx="11563900" cy="718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交易速率：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B128F7-42E1-4F35-A308-9B240F96499D}"/>
                  </a:ext>
                </a:extLst>
              </p:cNvPr>
              <p:cNvSpPr txBox="1"/>
              <p:nvPr/>
            </p:nvSpPr>
            <p:spPr>
              <a:xfrm>
                <a:off x="571500" y="4203507"/>
                <a:ext cx="2496646" cy="524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4000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10∗60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≈7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>
                    <a:latin typeface="Garamond" panose="02020404030301010803" pitchFamily="18" charset="0"/>
                  </a:rPr>
                  <a:t>Tx/s</a:t>
                </a:r>
                <a:endParaRPr lang="zh-CN" altLang="en-US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B128F7-42E1-4F35-A308-9B240F964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203507"/>
                <a:ext cx="2496646" cy="524631"/>
              </a:xfrm>
              <a:prstGeom prst="rect">
                <a:avLst/>
              </a:prstGeom>
              <a:blipFill>
                <a:blip r:embed="rId3"/>
                <a:stretch>
                  <a:fillRect t="-2326" r="-6601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E3215F96-321F-4EFB-814B-9DDD53BF7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41" y="1356465"/>
            <a:ext cx="1136332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7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交易费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14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29B910-C3B6-4141-BCFB-25E4CB027880}"/>
              </a:ext>
            </a:extLst>
          </p:cNvPr>
          <p:cNvSpPr txBox="1">
            <a:spLocks/>
          </p:cNvSpPr>
          <p:nvPr/>
        </p:nvSpPr>
        <p:spPr>
          <a:xfrm>
            <a:off x="124841" y="1339268"/>
            <a:ext cx="11563900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问题：全节点能否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故意不打包</a:t>
            </a:r>
            <a:r>
              <a:rPr lang="zh-CN" altLang="en-US" dirty="0">
                <a:latin typeface="Garamond" panose="02020404030301010803" pitchFamily="18" charset="0"/>
              </a:rPr>
              <a:t>某个交易</a:t>
            </a:r>
            <a:r>
              <a:rPr lang="en-US" altLang="zh-CN" dirty="0">
                <a:latin typeface="Garamond" panose="02020404030301010803" pitchFamily="18" charset="0"/>
              </a:rPr>
              <a:t>?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752C70AD-6745-44B0-B107-FD0C411948B9}"/>
              </a:ext>
            </a:extLst>
          </p:cNvPr>
          <p:cNvSpPr txBox="1">
            <a:spLocks/>
          </p:cNvSpPr>
          <p:nvPr/>
        </p:nvSpPr>
        <p:spPr>
          <a:xfrm>
            <a:off x="124841" y="1801020"/>
            <a:ext cx="9514459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为了交易能够及时被全节点打包，需要支付一定的交易费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687D2653-9663-4133-8AE4-44407734187A}"/>
              </a:ext>
            </a:extLst>
          </p:cNvPr>
          <p:cNvSpPr txBox="1">
            <a:spLocks/>
          </p:cNvSpPr>
          <p:nvPr/>
        </p:nvSpPr>
        <p:spPr>
          <a:xfrm>
            <a:off x="124841" y="2325652"/>
            <a:ext cx="9514459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支付方式：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24DF27B-3506-49E9-B546-0036065ABF67}"/>
              </a:ext>
            </a:extLst>
          </p:cNvPr>
          <p:cNvSpPr txBox="1">
            <a:spLocks/>
          </p:cNvSpPr>
          <p:nvPr/>
        </p:nvSpPr>
        <p:spPr>
          <a:xfrm>
            <a:off x="124841" y="2869459"/>
            <a:ext cx="10238359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 交易输出和输入之间的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差值</a:t>
            </a:r>
            <a:r>
              <a:rPr lang="zh-CN" altLang="en-US" dirty="0">
                <a:latin typeface="Garamond" panose="02020404030301010803" pitchFamily="18" charset="0"/>
              </a:rPr>
              <a:t>作为交易发起人给全节点的交易费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38F9DA9-221B-4223-B50D-9AD1D044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128" y="3660172"/>
            <a:ext cx="6283697" cy="1442028"/>
          </a:xfrm>
          <a:prstGeom prst="rect">
            <a:avLst/>
          </a:prstGeom>
        </p:spPr>
      </p:pic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C3CC508-399E-4470-98D4-EFB9A7F3C285}"/>
              </a:ext>
            </a:extLst>
          </p:cNvPr>
          <p:cNvSpPr txBox="1">
            <a:spLocks/>
          </p:cNvSpPr>
          <p:nvPr/>
        </p:nvSpPr>
        <p:spPr>
          <a:xfrm>
            <a:off x="201041" y="4816648"/>
            <a:ext cx="9514459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接收方式：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1BD3BC22-4C59-4175-B2FC-0DB1E0070BBC}"/>
              </a:ext>
            </a:extLst>
          </p:cNvPr>
          <p:cNvSpPr txBox="1">
            <a:spLocks/>
          </p:cNvSpPr>
          <p:nvPr/>
        </p:nvSpPr>
        <p:spPr>
          <a:xfrm>
            <a:off x="187186" y="5387751"/>
            <a:ext cx="10238359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铸币交易</a:t>
            </a:r>
            <a:r>
              <a:rPr lang="zh-CN" altLang="en-US" dirty="0">
                <a:latin typeface="Garamond" panose="02020404030301010803" pitchFamily="18" charset="0"/>
              </a:rPr>
              <a:t>中除了系统发行的货币，所有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交易费</a:t>
            </a:r>
            <a:r>
              <a:rPr lang="zh-CN" altLang="en-US" dirty="0">
                <a:latin typeface="Garamond" panose="02020404030301010803" pitchFamily="18" charset="0"/>
              </a:rPr>
              <a:t>也一并支付给全节点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C414BF0D-F5D9-4A53-90FA-3B8C3B7038CA}"/>
              </a:ext>
            </a:extLst>
          </p:cNvPr>
          <p:cNvSpPr txBox="1">
            <a:spLocks/>
          </p:cNvSpPr>
          <p:nvPr/>
        </p:nvSpPr>
        <p:spPr>
          <a:xfrm>
            <a:off x="124841" y="5977304"/>
            <a:ext cx="10238359" cy="68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</a:rPr>
              <a:t>交易：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</a:rPr>
              <a:t>Sum(Outputs) – Sum(Inputs) = Coinbase + 2</a:t>
            </a:r>
            <a:r>
              <a:rPr lang="zh-CN" altLang="en-US" b="1">
                <a:solidFill>
                  <a:srgbClr val="C00000"/>
                </a:solidFill>
                <a:latin typeface="Garamond" panose="02020404030301010803" pitchFamily="18" charset="0"/>
              </a:rPr>
              <a:t> * </a:t>
            </a:r>
            <a:r>
              <a:rPr lang="en-US" altLang="zh-CN" b="1">
                <a:solidFill>
                  <a:srgbClr val="C00000"/>
                </a:solidFill>
                <a:latin typeface="Garamond" panose="02020404030301010803" pitchFamily="18" charset="0"/>
              </a:rPr>
              <a:t>Tx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</a:rPr>
              <a:t>Fees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C5AB50-D074-49CB-8CBD-CCC8574B0ED0}"/>
              </a:ext>
            </a:extLst>
          </p:cNvPr>
          <p:cNvSpPr/>
          <p:nvPr/>
        </p:nvSpPr>
        <p:spPr>
          <a:xfrm>
            <a:off x="9904735" y="6093469"/>
            <a:ext cx="158093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公式正确吗？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F0DE1C4-20D2-4498-837A-20218E382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073" y="5977304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7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7" grpId="0"/>
      <p:bldP spid="18" grpId="0"/>
      <p:bldP spid="20" grpId="0"/>
      <p:bldP spid="21" grpId="0"/>
      <p:bldP spid="22" grpId="0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铸币交易</a:t>
            </a: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Example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15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4AFDAB2-DFE9-45E1-8423-BC52136740B1}"/>
              </a:ext>
            </a:extLst>
          </p:cNvPr>
          <p:cNvSpPr txBox="1"/>
          <p:nvPr/>
        </p:nvSpPr>
        <p:spPr>
          <a:xfrm>
            <a:off x="428624" y="1458010"/>
            <a:ext cx="11058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hlinkClick r:id="rId3"/>
              </a:rPr>
              <a:t>https://bitcoinexplorer.org/tx/a578a970910c5456938ad240350d82fedd44c4b76c8fd11590abbe339dd3b765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215320-0B0E-4A95-89D0-E91590BCB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533" y="1952624"/>
            <a:ext cx="5128707" cy="45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97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3.7 </a:t>
            </a:r>
            <a:r>
              <a:rPr kumimoji="1" lang="zh-CN" altLang="en-US" dirty="0">
                <a:latin typeface="Garamond" panose="02020404030301010803" pitchFamily="18" charset="0"/>
              </a:rPr>
              <a:t>工作量证明（</a:t>
            </a:r>
            <a:r>
              <a:rPr kumimoji="1" lang="en-US" altLang="zh-CN" dirty="0" err="1">
                <a:latin typeface="Garamond" panose="02020404030301010803" pitchFamily="18" charset="0"/>
              </a:rPr>
              <a:t>PoW</a:t>
            </a:r>
            <a:r>
              <a:rPr kumimoji="1" lang="zh-CN" altLang="en-US" dirty="0">
                <a:latin typeface="Garamond" panose="02020404030301010803" pitchFamily="18" charset="0"/>
              </a:rPr>
              <a:t>）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3.8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分叉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623C7858-36BD-405E-BDC0-6FDF6548BAD3}"/>
              </a:ext>
            </a:extLst>
          </p:cNvPr>
          <p:cNvSpPr/>
          <p:nvPr/>
        </p:nvSpPr>
        <p:spPr>
          <a:xfrm>
            <a:off x="6451008" y="2199852"/>
            <a:ext cx="3255413" cy="2223436"/>
          </a:xfrm>
          <a:prstGeom prst="wedgeRectCallout">
            <a:avLst>
              <a:gd name="adj1" fmla="val -97116"/>
              <a:gd name="adj2" fmla="val -4039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分叉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最长合法链原则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软分叉及硬分叉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分叉攻击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293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图片 93">
            <a:extLst>
              <a:ext uri="{FF2B5EF4-FFF2-40B4-BE49-F238E27FC236}">
                <a16:creationId xmlns:a16="http://schemas.microsoft.com/office/drawing/2014/main" id="{321259DC-2623-4242-93E4-108A9FBF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" y="2176060"/>
            <a:ext cx="6188539" cy="27081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D8DECA5-D66A-4B17-905E-BA897EB0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CD7FAE-8937-4322-AA05-C1885B29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2AAE5F14-19AB-4507-AC87-5FF193D79D86}"/>
              </a:ext>
            </a:extLst>
          </p:cNvPr>
          <p:cNvSpPr txBox="1">
            <a:spLocks/>
          </p:cNvSpPr>
          <p:nvPr/>
        </p:nvSpPr>
        <p:spPr>
          <a:xfrm>
            <a:off x="383804" y="1272755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zh-CN" altLang="en-US" dirty="0"/>
              <a:t>谜题求解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DA2BB4-75A6-4804-9C32-B6B5538CA437}"/>
              </a:ext>
            </a:extLst>
          </p:cNvPr>
          <p:cNvSpPr txBox="1"/>
          <p:nvPr/>
        </p:nvSpPr>
        <p:spPr>
          <a:xfrm>
            <a:off x="274771" y="1800529"/>
            <a:ext cx="55082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挖矿→</a:t>
            </a:r>
            <a:r>
              <a:rPr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找到一个随机数，使区块头的哈希值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&lt;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目标值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5E691F-3105-4195-BC12-D93FC0DAA8CB}"/>
              </a:ext>
            </a:extLst>
          </p:cNvPr>
          <p:cNvSpPr txBox="1"/>
          <p:nvPr/>
        </p:nvSpPr>
        <p:spPr>
          <a:xfrm>
            <a:off x="274771" y="2266517"/>
            <a:ext cx="244169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2060"/>
                </a:solidFill>
              </a:rPr>
              <a:t>暴力搜索（</a:t>
            </a:r>
            <a:r>
              <a:rPr lang="en-US" altLang="zh-CN" b="1" dirty="0">
                <a:solidFill>
                  <a:srgbClr val="002060"/>
                </a:solidFill>
              </a:rPr>
              <a:t>hash rate)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D5A1DBD-6F40-4D5C-BBD9-383589E87315}"/>
              </a:ext>
            </a:extLst>
          </p:cNvPr>
          <p:cNvSpPr/>
          <p:nvPr/>
        </p:nvSpPr>
        <p:spPr>
          <a:xfrm>
            <a:off x="8176922" y="1997878"/>
            <a:ext cx="295509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为什么大家要争着去挖矿？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D81FD349-9AB1-4ABD-8A7B-C75CB2458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260" y="1881713"/>
            <a:ext cx="601662" cy="601662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126A4ACE-BBE5-4900-9812-81C4005EB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139" y="2566456"/>
            <a:ext cx="3952875" cy="1552575"/>
          </a:xfrm>
          <a:prstGeom prst="rect">
            <a:avLst/>
          </a:prstGeom>
        </p:spPr>
      </p:pic>
      <p:sp>
        <p:nvSpPr>
          <p:cNvPr id="93" name="文本占位符 3">
            <a:extLst>
              <a:ext uri="{FF2B5EF4-FFF2-40B4-BE49-F238E27FC236}">
                <a16:creationId xmlns:a16="http://schemas.microsoft.com/office/drawing/2014/main" id="{5A377DCC-68A9-4EFC-95F3-1BBF56DFBFA3}"/>
              </a:ext>
            </a:extLst>
          </p:cNvPr>
          <p:cNvSpPr txBox="1">
            <a:spLocks/>
          </p:cNvSpPr>
          <p:nvPr/>
        </p:nvSpPr>
        <p:spPr>
          <a:xfrm>
            <a:off x="383804" y="5004785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 发布区块</a:t>
            </a:r>
          </a:p>
        </p:txBody>
      </p:sp>
      <p:sp>
        <p:nvSpPr>
          <p:cNvPr id="124" name="内容占位符 2">
            <a:extLst>
              <a:ext uri="{FF2B5EF4-FFF2-40B4-BE49-F238E27FC236}">
                <a16:creationId xmlns:a16="http://schemas.microsoft.com/office/drawing/2014/main" id="{16C9A16F-97B6-4B29-8BEC-5AF295690A92}"/>
              </a:ext>
            </a:extLst>
          </p:cNvPr>
          <p:cNvSpPr txBox="1">
            <a:spLocks/>
          </p:cNvSpPr>
          <p:nvPr/>
        </p:nvSpPr>
        <p:spPr>
          <a:xfrm>
            <a:off x="383803" y="5605813"/>
            <a:ext cx="5870977" cy="420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Garamond" panose="02020404030301010803" pitchFamily="18" charset="0"/>
              </a:rPr>
              <a:t>最先找到区块的节点，将新区快广播给所有其他节点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  <p:sp>
        <p:nvSpPr>
          <p:cNvPr id="125" name="内容占位符 2">
            <a:extLst>
              <a:ext uri="{FF2B5EF4-FFF2-40B4-BE49-F238E27FC236}">
                <a16:creationId xmlns:a16="http://schemas.microsoft.com/office/drawing/2014/main" id="{943758FE-86FF-42CE-A074-4491392E4C48}"/>
              </a:ext>
            </a:extLst>
          </p:cNvPr>
          <p:cNvSpPr txBox="1">
            <a:spLocks/>
          </p:cNvSpPr>
          <p:nvPr/>
        </p:nvSpPr>
        <p:spPr>
          <a:xfrm>
            <a:off x="383804" y="5999223"/>
            <a:ext cx="5870977" cy="420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Garamond" panose="02020404030301010803" pitchFamily="18" charset="0"/>
              </a:rPr>
              <a:t>其他节点验证区块的合法性，合法则接收区块</a:t>
            </a:r>
            <a:endParaRPr lang="en-US" altLang="zh-CN" sz="1800" dirty="0">
              <a:latin typeface="Garamond" panose="02020404030301010803" pitchFamily="18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61F8101-6B95-4726-A3C1-F37A4680BA83}"/>
              </a:ext>
            </a:extLst>
          </p:cNvPr>
          <p:cNvSpPr/>
          <p:nvPr/>
        </p:nvSpPr>
        <p:spPr>
          <a:xfrm>
            <a:off x="8176922" y="4747855"/>
            <a:ext cx="295509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区块合法性验证哪些内容？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27" name="图片 126">
            <a:extLst>
              <a:ext uri="{FF2B5EF4-FFF2-40B4-BE49-F238E27FC236}">
                <a16:creationId xmlns:a16="http://schemas.microsoft.com/office/drawing/2014/main" id="{81B60148-E8E3-4712-AFDB-057B9AB3D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260" y="4631690"/>
            <a:ext cx="601662" cy="601662"/>
          </a:xfrm>
          <a:prstGeom prst="rect">
            <a:avLst/>
          </a:prstGeom>
        </p:spPr>
      </p:pic>
      <p:sp>
        <p:nvSpPr>
          <p:cNvPr id="128" name="矩形 127">
            <a:extLst>
              <a:ext uri="{FF2B5EF4-FFF2-40B4-BE49-F238E27FC236}">
                <a16:creationId xmlns:a16="http://schemas.microsoft.com/office/drawing/2014/main" id="{053CDCE9-B61B-44B2-9119-C842B9C4395E}"/>
              </a:ext>
            </a:extLst>
          </p:cNvPr>
          <p:cNvSpPr/>
          <p:nvPr/>
        </p:nvSpPr>
        <p:spPr>
          <a:xfrm>
            <a:off x="8176922" y="5434509"/>
            <a:ext cx="295509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区块不合法怎么办？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29" name="图片 128">
            <a:extLst>
              <a:ext uri="{FF2B5EF4-FFF2-40B4-BE49-F238E27FC236}">
                <a16:creationId xmlns:a16="http://schemas.microsoft.com/office/drawing/2014/main" id="{E195A82F-F322-401F-B52E-8F9D839BB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260" y="5318344"/>
            <a:ext cx="601662" cy="601662"/>
          </a:xfrm>
          <a:prstGeom prst="rect">
            <a:avLst/>
          </a:prstGeom>
        </p:spPr>
      </p:pic>
      <p:sp>
        <p:nvSpPr>
          <p:cNvPr id="130" name="矩形 129">
            <a:extLst>
              <a:ext uri="{FF2B5EF4-FFF2-40B4-BE49-F238E27FC236}">
                <a16:creationId xmlns:a16="http://schemas.microsoft.com/office/drawing/2014/main" id="{1C914123-F7F5-40C3-93D5-6E6B0C6A8198}"/>
              </a:ext>
            </a:extLst>
          </p:cNvPr>
          <p:cNvSpPr/>
          <p:nvPr/>
        </p:nvSpPr>
        <p:spPr>
          <a:xfrm>
            <a:off x="8176922" y="6114754"/>
            <a:ext cx="295509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区块合法，下一步怎么办？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7F98D524-890A-4241-ACFF-BD4C17852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260" y="5998589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1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69" grpId="0" animBg="1"/>
      <p:bldP spid="93" grpId="0"/>
      <p:bldP spid="124" grpId="0"/>
      <p:bldP spid="125" grpId="0"/>
      <p:bldP spid="126" grpId="0" animBg="1"/>
      <p:bldP spid="128" grpId="0" animBg="1"/>
      <p:bldP spid="1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18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29B910-C3B6-4141-BCFB-25E4CB027880}"/>
              </a:ext>
            </a:extLst>
          </p:cNvPr>
          <p:cNvSpPr txBox="1">
            <a:spLocks/>
          </p:cNvSpPr>
          <p:nvPr/>
        </p:nvSpPr>
        <p:spPr>
          <a:xfrm>
            <a:off x="124841" y="1339269"/>
            <a:ext cx="11563900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算力最强的节点，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必然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能最先找到下一个区块吗？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07A768-FA2F-4170-AFE4-DD58902F2B11}"/>
              </a:ext>
            </a:extLst>
          </p:cNvPr>
          <p:cNvSpPr/>
          <p:nvPr/>
        </p:nvSpPr>
        <p:spPr>
          <a:xfrm>
            <a:off x="6931231" y="39531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E3A322-CD09-4698-AE89-E2A991701C50}"/>
              </a:ext>
            </a:extLst>
          </p:cNvPr>
          <p:cNvSpPr/>
          <p:nvPr/>
        </p:nvSpPr>
        <p:spPr>
          <a:xfrm>
            <a:off x="7706393" y="39531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3A3DCD-29CF-4111-81E4-BFABDAC8D43D}"/>
              </a:ext>
            </a:extLst>
          </p:cNvPr>
          <p:cNvSpPr/>
          <p:nvPr/>
        </p:nvSpPr>
        <p:spPr>
          <a:xfrm>
            <a:off x="8481555" y="39531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15A301-75BA-45F1-9498-E0D2C7281A20}"/>
              </a:ext>
            </a:extLst>
          </p:cNvPr>
          <p:cNvSpPr/>
          <p:nvPr/>
        </p:nvSpPr>
        <p:spPr>
          <a:xfrm>
            <a:off x="9256717" y="39531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" name="直线箭头连接符 11">
            <a:extLst>
              <a:ext uri="{FF2B5EF4-FFF2-40B4-BE49-F238E27FC236}">
                <a16:creationId xmlns:a16="http://schemas.microsoft.com/office/drawing/2014/main" id="{B521CF5F-BD5D-4982-A736-C2AB723AC740}"/>
              </a:ext>
            </a:extLst>
          </p:cNvPr>
          <p:cNvCxnSpPr>
            <a:cxnSpLocks/>
          </p:cNvCxnSpPr>
          <p:nvPr/>
        </p:nvCxnSpPr>
        <p:spPr>
          <a:xfrm flipH="1">
            <a:off x="7363493" y="41651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2">
            <a:extLst>
              <a:ext uri="{FF2B5EF4-FFF2-40B4-BE49-F238E27FC236}">
                <a16:creationId xmlns:a16="http://schemas.microsoft.com/office/drawing/2014/main" id="{2136DC3B-376D-49F3-AB25-29F8754BAB54}"/>
              </a:ext>
            </a:extLst>
          </p:cNvPr>
          <p:cNvCxnSpPr>
            <a:cxnSpLocks/>
          </p:cNvCxnSpPr>
          <p:nvPr/>
        </p:nvCxnSpPr>
        <p:spPr>
          <a:xfrm flipH="1">
            <a:off x="8138655" y="41651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3">
            <a:extLst>
              <a:ext uri="{FF2B5EF4-FFF2-40B4-BE49-F238E27FC236}">
                <a16:creationId xmlns:a16="http://schemas.microsoft.com/office/drawing/2014/main" id="{C3BC5BF7-C852-4040-B9B3-BBCDE19E71E9}"/>
              </a:ext>
            </a:extLst>
          </p:cNvPr>
          <p:cNvCxnSpPr>
            <a:cxnSpLocks/>
          </p:cNvCxnSpPr>
          <p:nvPr/>
        </p:nvCxnSpPr>
        <p:spPr>
          <a:xfrm flipH="1">
            <a:off x="8913817" y="41651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4">
            <a:extLst>
              <a:ext uri="{FF2B5EF4-FFF2-40B4-BE49-F238E27FC236}">
                <a16:creationId xmlns:a16="http://schemas.microsoft.com/office/drawing/2014/main" id="{6AA3EAC9-94A1-444D-915B-E3B23C792A0F}"/>
              </a:ext>
            </a:extLst>
          </p:cNvPr>
          <p:cNvCxnSpPr>
            <a:cxnSpLocks/>
          </p:cNvCxnSpPr>
          <p:nvPr/>
        </p:nvCxnSpPr>
        <p:spPr>
          <a:xfrm flipH="1">
            <a:off x="9688979" y="41651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019FFAA-081F-49B4-A15D-25780D2C9D39}"/>
              </a:ext>
            </a:extLst>
          </p:cNvPr>
          <p:cNvSpPr/>
          <p:nvPr/>
        </p:nvSpPr>
        <p:spPr>
          <a:xfrm>
            <a:off x="10025562" y="39531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3E7880-C46E-4DE9-B1C0-51F1803F53E7}"/>
              </a:ext>
            </a:extLst>
          </p:cNvPr>
          <p:cNvSpPr/>
          <p:nvPr/>
        </p:nvSpPr>
        <p:spPr>
          <a:xfrm>
            <a:off x="10025562" y="463305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6B564BF-DB13-4EDD-8FA6-9FB61FD95E07}"/>
              </a:ext>
            </a:extLst>
          </p:cNvPr>
          <p:cNvCxnSpPr>
            <a:stCxn id="16" idx="1"/>
            <a:endCxn id="10" idx="3"/>
          </p:cNvCxnSpPr>
          <p:nvPr/>
        </p:nvCxnSpPr>
        <p:spPr>
          <a:xfrm flipH="1" flipV="1">
            <a:off x="9688979" y="4165166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E6B12FC-7B73-445E-BEEF-58B93BDCF8EE}"/>
              </a:ext>
            </a:extLst>
          </p:cNvPr>
          <p:cNvSpPr txBox="1"/>
          <p:nvPr/>
        </p:nvSpPr>
        <p:spPr>
          <a:xfrm>
            <a:off x="7689561" y="4626852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Block Hash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7EE54D-0E64-4980-A242-5D47FC69C77D}"/>
              </a:ext>
            </a:extLst>
          </p:cNvPr>
          <p:cNvSpPr/>
          <p:nvPr/>
        </p:nvSpPr>
        <p:spPr>
          <a:xfrm>
            <a:off x="706732" y="3864875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92054B-0BD1-45FE-B582-1E2EDC0820FE}"/>
              </a:ext>
            </a:extLst>
          </p:cNvPr>
          <p:cNvSpPr/>
          <p:nvPr/>
        </p:nvSpPr>
        <p:spPr>
          <a:xfrm>
            <a:off x="1002296" y="3864875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EC183DF-A200-444A-8846-72855C95068E}"/>
              </a:ext>
            </a:extLst>
          </p:cNvPr>
          <p:cNvSpPr/>
          <p:nvPr/>
        </p:nvSpPr>
        <p:spPr>
          <a:xfrm>
            <a:off x="706732" y="4155956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BF915A7-B7B0-40E2-9345-178D83BD1AE7}"/>
              </a:ext>
            </a:extLst>
          </p:cNvPr>
          <p:cNvSpPr/>
          <p:nvPr/>
        </p:nvSpPr>
        <p:spPr>
          <a:xfrm>
            <a:off x="1002296" y="4156227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61068D-D722-4A1F-84D6-B9E31279EA1E}"/>
              </a:ext>
            </a:extLst>
          </p:cNvPr>
          <p:cNvSpPr txBox="1"/>
          <p:nvPr/>
        </p:nvSpPr>
        <p:spPr>
          <a:xfrm>
            <a:off x="124841" y="392735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8B4761-AAE2-4EDB-96BF-CDF3F51010C0}"/>
              </a:ext>
            </a:extLst>
          </p:cNvPr>
          <p:cNvSpPr/>
          <p:nvPr/>
        </p:nvSpPr>
        <p:spPr>
          <a:xfrm>
            <a:off x="706732" y="4728610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C45DFD-8005-4DAF-8EAA-3258911995F5}"/>
              </a:ext>
            </a:extLst>
          </p:cNvPr>
          <p:cNvSpPr/>
          <p:nvPr/>
        </p:nvSpPr>
        <p:spPr>
          <a:xfrm>
            <a:off x="1002296" y="4728610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7E435F-7677-4C82-BABF-542EE100E417}"/>
              </a:ext>
            </a:extLst>
          </p:cNvPr>
          <p:cNvSpPr/>
          <p:nvPr/>
        </p:nvSpPr>
        <p:spPr>
          <a:xfrm>
            <a:off x="706732" y="5019691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0354672-8D3A-4A8D-9399-EB46AE417B0E}"/>
              </a:ext>
            </a:extLst>
          </p:cNvPr>
          <p:cNvSpPr/>
          <p:nvPr/>
        </p:nvSpPr>
        <p:spPr>
          <a:xfrm>
            <a:off x="1002296" y="5019962"/>
            <a:ext cx="2032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FD974AC-7865-49A9-A7BF-8DEEA52F0B47}"/>
              </a:ext>
            </a:extLst>
          </p:cNvPr>
          <p:cNvSpPr txBox="1"/>
          <p:nvPr/>
        </p:nvSpPr>
        <p:spPr>
          <a:xfrm>
            <a:off x="124841" y="47910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1938B89-E69E-4ACA-800F-353F6E96FD1B}"/>
              </a:ext>
            </a:extLst>
          </p:cNvPr>
          <p:cNvSpPr/>
          <p:nvPr/>
        </p:nvSpPr>
        <p:spPr>
          <a:xfrm>
            <a:off x="1667315" y="3911056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C2A787B-52F5-4566-9963-A4D3F8B8BEAA}"/>
              </a:ext>
            </a:extLst>
          </p:cNvPr>
          <p:cNvSpPr/>
          <p:nvPr/>
        </p:nvSpPr>
        <p:spPr>
          <a:xfrm>
            <a:off x="1667315" y="4818498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F338583-294E-4B62-BF18-6E36EC839CFD}"/>
              </a:ext>
            </a:extLst>
          </p:cNvPr>
          <p:cNvCxnSpPr>
            <a:stCxn id="28" idx="3"/>
            <a:endCxn id="37" idx="2"/>
          </p:cNvCxnSpPr>
          <p:nvPr/>
        </p:nvCxnSpPr>
        <p:spPr>
          <a:xfrm>
            <a:off x="1205496" y="3966475"/>
            <a:ext cx="461819" cy="101599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7C625A-E179-4A55-96F6-02C1F9ACDEA6}"/>
              </a:ext>
            </a:extLst>
          </p:cNvPr>
          <p:cNvCxnSpPr>
            <a:cxnSpLocks/>
            <a:stCxn id="30" idx="3"/>
            <a:endCxn id="37" idx="2"/>
          </p:cNvCxnSpPr>
          <p:nvPr/>
        </p:nvCxnSpPr>
        <p:spPr>
          <a:xfrm flipV="1">
            <a:off x="1205496" y="4068074"/>
            <a:ext cx="461819" cy="189753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BF23E34-8820-4F6D-9142-8AF6A8BC9672}"/>
              </a:ext>
            </a:extLst>
          </p:cNvPr>
          <p:cNvCxnSpPr>
            <a:cxnSpLocks/>
            <a:stCxn id="29" idx="3"/>
            <a:endCxn id="37" idx="2"/>
          </p:cNvCxnSpPr>
          <p:nvPr/>
        </p:nvCxnSpPr>
        <p:spPr>
          <a:xfrm flipV="1">
            <a:off x="909932" y="4068074"/>
            <a:ext cx="757383" cy="189482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E2D08F1-5874-49BD-B28B-AA6FEB4F6D0A}"/>
              </a:ext>
            </a:extLst>
          </p:cNvPr>
          <p:cNvCxnSpPr>
            <a:cxnSpLocks/>
            <a:stCxn id="27" idx="3"/>
            <a:endCxn id="37" idx="2"/>
          </p:cNvCxnSpPr>
          <p:nvPr/>
        </p:nvCxnSpPr>
        <p:spPr>
          <a:xfrm>
            <a:off x="909932" y="3966475"/>
            <a:ext cx="757383" cy="101599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7164320-CF0C-43C5-91BE-77E4C8FE1AF2}"/>
              </a:ext>
            </a:extLst>
          </p:cNvPr>
          <p:cNvCxnSpPr>
            <a:cxnSpLocks/>
            <a:stCxn id="32" idx="3"/>
            <a:endCxn id="38" idx="2"/>
          </p:cNvCxnSpPr>
          <p:nvPr/>
        </p:nvCxnSpPr>
        <p:spPr>
          <a:xfrm>
            <a:off x="909932" y="4830210"/>
            <a:ext cx="757383" cy="145306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D72FF1B-8B34-4BF3-9788-9685C7EA87B0}"/>
              </a:ext>
            </a:extLst>
          </p:cNvPr>
          <p:cNvCxnSpPr>
            <a:cxnSpLocks/>
            <a:stCxn id="30" idx="3"/>
            <a:endCxn id="38" idx="2"/>
          </p:cNvCxnSpPr>
          <p:nvPr/>
        </p:nvCxnSpPr>
        <p:spPr>
          <a:xfrm>
            <a:off x="1205496" y="4257827"/>
            <a:ext cx="461819" cy="717689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FD3ADB0-B846-49E1-8290-B75167025A1B}"/>
              </a:ext>
            </a:extLst>
          </p:cNvPr>
          <p:cNvCxnSpPr>
            <a:cxnSpLocks/>
            <a:stCxn id="33" idx="3"/>
            <a:endCxn id="38" idx="2"/>
          </p:cNvCxnSpPr>
          <p:nvPr/>
        </p:nvCxnSpPr>
        <p:spPr>
          <a:xfrm>
            <a:off x="1205496" y="4830210"/>
            <a:ext cx="461819" cy="145306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FB9CAEA-152E-481E-92B3-F30FE3CC3BE7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>
          <a:xfrm flipV="1">
            <a:off x="1205496" y="4975516"/>
            <a:ext cx="461819" cy="146046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7A0A4CD-7DE7-4FF7-A9A5-A9A14C00CFBD}"/>
              </a:ext>
            </a:extLst>
          </p:cNvPr>
          <p:cNvCxnSpPr>
            <a:cxnSpLocks/>
            <a:stCxn id="34" idx="3"/>
            <a:endCxn id="38" idx="2"/>
          </p:cNvCxnSpPr>
          <p:nvPr/>
        </p:nvCxnSpPr>
        <p:spPr>
          <a:xfrm flipV="1">
            <a:off x="909932" y="4975516"/>
            <a:ext cx="757383" cy="145775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B5895F6-6584-4CFF-8358-000624AE5EF6}"/>
              </a:ext>
            </a:extLst>
          </p:cNvPr>
          <p:cNvCxnSpPr>
            <a:cxnSpLocks/>
            <a:stCxn id="35" idx="3"/>
            <a:endCxn id="37" idx="2"/>
          </p:cNvCxnSpPr>
          <p:nvPr/>
        </p:nvCxnSpPr>
        <p:spPr>
          <a:xfrm flipV="1">
            <a:off x="1205496" y="4068074"/>
            <a:ext cx="461819" cy="1053488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022CC1B-0C38-4DF3-B2F5-F2570EAD71EC}"/>
              </a:ext>
            </a:extLst>
          </p:cNvPr>
          <p:cNvCxnSpPr>
            <a:cxnSpLocks/>
            <a:stCxn id="32" idx="3"/>
            <a:endCxn id="37" idx="2"/>
          </p:cNvCxnSpPr>
          <p:nvPr/>
        </p:nvCxnSpPr>
        <p:spPr>
          <a:xfrm flipV="1">
            <a:off x="909932" y="4068074"/>
            <a:ext cx="757383" cy="762136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8F2E39BE-88C0-4606-A64B-14249F05F2E4}"/>
              </a:ext>
            </a:extLst>
          </p:cNvPr>
          <p:cNvSpPr txBox="1"/>
          <p:nvPr/>
        </p:nvSpPr>
        <p:spPr>
          <a:xfrm>
            <a:off x="1308807" y="359474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全节点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8CF6B8F-28A7-47C1-9380-08040C686DA2}"/>
              </a:ext>
            </a:extLst>
          </p:cNvPr>
          <p:cNvSpPr txBox="1"/>
          <p:nvPr/>
        </p:nvSpPr>
        <p:spPr>
          <a:xfrm>
            <a:off x="1280520" y="507920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全节点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725A02B-AC81-43E9-A75C-455CF4D4276D}"/>
              </a:ext>
            </a:extLst>
          </p:cNvPr>
          <p:cNvSpPr/>
          <p:nvPr/>
        </p:nvSpPr>
        <p:spPr>
          <a:xfrm>
            <a:off x="2522602" y="3856100"/>
            <a:ext cx="432262" cy="423949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78FA6E9-051B-4DF6-BB6D-BB129D14F0D8}"/>
              </a:ext>
            </a:extLst>
          </p:cNvPr>
          <p:cNvSpPr/>
          <p:nvPr/>
        </p:nvSpPr>
        <p:spPr>
          <a:xfrm>
            <a:off x="2522602" y="4763542"/>
            <a:ext cx="432262" cy="423949"/>
          </a:xfrm>
          <a:prstGeom prst="rect">
            <a:avLst/>
          </a:prstGeom>
          <a:pattFill prst="wdDn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377BF23-9BCD-4893-92AC-2D34B47156D4}"/>
              </a:ext>
            </a:extLst>
          </p:cNvPr>
          <p:cNvCxnSpPr>
            <a:stCxn id="37" idx="6"/>
            <a:endCxn id="52" idx="1"/>
          </p:cNvCxnSpPr>
          <p:nvPr/>
        </p:nvCxnSpPr>
        <p:spPr>
          <a:xfrm>
            <a:off x="1981351" y="4068074"/>
            <a:ext cx="541251" cy="1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0DDF99E-277A-4A4E-B417-0295F4AD7BFB}"/>
              </a:ext>
            </a:extLst>
          </p:cNvPr>
          <p:cNvCxnSpPr>
            <a:cxnSpLocks/>
            <a:stCxn id="38" idx="6"/>
            <a:endCxn id="53" idx="1"/>
          </p:cNvCxnSpPr>
          <p:nvPr/>
        </p:nvCxnSpPr>
        <p:spPr>
          <a:xfrm>
            <a:off x="1981351" y="4975516"/>
            <a:ext cx="541251" cy="1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9784C174-6CB2-4903-9C95-86488F0B5BF9}"/>
              </a:ext>
            </a:extLst>
          </p:cNvPr>
          <p:cNvSpPr txBox="1"/>
          <p:nvPr/>
        </p:nvSpPr>
        <p:spPr>
          <a:xfrm>
            <a:off x="1870515" y="43357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组装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9ABB834-A3A7-4AFC-B426-06DBAEE77A1B}"/>
              </a:ext>
            </a:extLst>
          </p:cNvPr>
          <p:cNvCxnSpPr/>
          <p:nvPr/>
        </p:nvCxnSpPr>
        <p:spPr>
          <a:xfrm>
            <a:off x="2963626" y="4059030"/>
            <a:ext cx="541251" cy="1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C9E66A1-E7B1-4B99-BDBF-AC0C82D342E9}"/>
              </a:ext>
            </a:extLst>
          </p:cNvPr>
          <p:cNvSpPr txBox="1"/>
          <p:nvPr/>
        </p:nvSpPr>
        <p:spPr>
          <a:xfrm>
            <a:off x="2911085" y="43411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挖矿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12AE197-4665-4DF7-9425-706E1AA9BDD3}"/>
              </a:ext>
            </a:extLst>
          </p:cNvPr>
          <p:cNvCxnSpPr/>
          <p:nvPr/>
        </p:nvCxnSpPr>
        <p:spPr>
          <a:xfrm>
            <a:off x="2954864" y="4968277"/>
            <a:ext cx="541251" cy="1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9C25F926-0A15-444E-B82B-CB65085F7920}"/>
              </a:ext>
            </a:extLst>
          </p:cNvPr>
          <p:cNvSpPr/>
          <p:nvPr/>
        </p:nvSpPr>
        <p:spPr>
          <a:xfrm>
            <a:off x="3496115" y="3856100"/>
            <a:ext cx="432262" cy="4239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34E6D20-8B51-4092-93E7-D5EAB879BA21}"/>
              </a:ext>
            </a:extLst>
          </p:cNvPr>
          <p:cNvSpPr/>
          <p:nvPr/>
        </p:nvSpPr>
        <p:spPr>
          <a:xfrm>
            <a:off x="3496115" y="4763541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BDFC41F-3390-49EC-B926-603AA4484441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3941118" y="3664219"/>
            <a:ext cx="654059" cy="405206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1366049-2068-4FCD-833C-3ECF121F01AF}"/>
              </a:ext>
            </a:extLst>
          </p:cNvPr>
          <p:cNvSpPr txBox="1"/>
          <p:nvPr/>
        </p:nvSpPr>
        <p:spPr>
          <a:xfrm>
            <a:off x="3666512" y="43106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广播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A975AE5-E0A9-475E-9697-51334699E728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3923946" y="4828009"/>
            <a:ext cx="671231" cy="157518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B5045BE5-7BD8-4756-AFB8-7D63C48649FE}"/>
              </a:ext>
            </a:extLst>
          </p:cNvPr>
          <p:cNvSpPr/>
          <p:nvPr/>
        </p:nvSpPr>
        <p:spPr>
          <a:xfrm>
            <a:off x="4595177" y="3507201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5773181C-59FA-4255-A7FF-5E54993481B7}"/>
              </a:ext>
            </a:extLst>
          </p:cNvPr>
          <p:cNvSpPr/>
          <p:nvPr/>
        </p:nvSpPr>
        <p:spPr>
          <a:xfrm>
            <a:off x="4595177" y="3895131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6529312C-6CD3-4583-9551-8E85D4EAA2F1}"/>
              </a:ext>
            </a:extLst>
          </p:cNvPr>
          <p:cNvSpPr/>
          <p:nvPr/>
        </p:nvSpPr>
        <p:spPr>
          <a:xfrm>
            <a:off x="4595177" y="4283061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0373D851-8F3E-4B5A-99B8-B1E1C210134A}"/>
              </a:ext>
            </a:extLst>
          </p:cNvPr>
          <p:cNvSpPr/>
          <p:nvPr/>
        </p:nvSpPr>
        <p:spPr>
          <a:xfrm>
            <a:off x="4595177" y="4670991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2F6A3C5A-FF0C-4228-BCEC-C54DEC6BFB6B}"/>
              </a:ext>
            </a:extLst>
          </p:cNvPr>
          <p:cNvSpPr/>
          <p:nvPr/>
        </p:nvSpPr>
        <p:spPr>
          <a:xfrm>
            <a:off x="4595177" y="5058920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181C380-F6C5-491C-935C-AF1B92FD62E9}"/>
              </a:ext>
            </a:extLst>
          </p:cNvPr>
          <p:cNvSpPr txBox="1"/>
          <p:nvPr/>
        </p:nvSpPr>
        <p:spPr>
          <a:xfrm>
            <a:off x="4002268" y="31187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其他全节点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264209E-7841-4EDB-BFEF-2A37175D751E}"/>
              </a:ext>
            </a:extLst>
          </p:cNvPr>
          <p:cNvCxnSpPr>
            <a:cxnSpLocks/>
            <a:stCxn id="60" idx="3"/>
            <a:endCxn id="66" idx="2"/>
          </p:cNvCxnSpPr>
          <p:nvPr/>
        </p:nvCxnSpPr>
        <p:spPr>
          <a:xfrm flipV="1">
            <a:off x="3928377" y="4052149"/>
            <a:ext cx="666800" cy="15926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3089DCE-D645-4B52-8F62-AD1C21B4A334}"/>
              </a:ext>
            </a:extLst>
          </p:cNvPr>
          <p:cNvCxnSpPr>
            <a:cxnSpLocks/>
            <a:stCxn id="60" idx="3"/>
            <a:endCxn id="67" idx="2"/>
          </p:cNvCxnSpPr>
          <p:nvPr/>
        </p:nvCxnSpPr>
        <p:spPr>
          <a:xfrm>
            <a:off x="3928377" y="4068075"/>
            <a:ext cx="666800" cy="372004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70CD2DA-924D-4561-BD34-18DA827A6B59}"/>
              </a:ext>
            </a:extLst>
          </p:cNvPr>
          <p:cNvCxnSpPr>
            <a:cxnSpLocks/>
            <a:stCxn id="60" idx="3"/>
            <a:endCxn id="68" idx="2"/>
          </p:cNvCxnSpPr>
          <p:nvPr/>
        </p:nvCxnSpPr>
        <p:spPr>
          <a:xfrm>
            <a:off x="3928377" y="4068075"/>
            <a:ext cx="666800" cy="759934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E8376A62-5F67-496E-AF8E-89450EB93AB7}"/>
              </a:ext>
            </a:extLst>
          </p:cNvPr>
          <p:cNvCxnSpPr>
            <a:cxnSpLocks/>
            <a:stCxn id="61" idx="3"/>
            <a:endCxn id="69" idx="2"/>
          </p:cNvCxnSpPr>
          <p:nvPr/>
        </p:nvCxnSpPr>
        <p:spPr>
          <a:xfrm>
            <a:off x="3928377" y="4975516"/>
            <a:ext cx="666800" cy="240422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87DA56E-1590-4E98-A0DA-12CD53C233A4}"/>
              </a:ext>
            </a:extLst>
          </p:cNvPr>
          <p:cNvCxnSpPr>
            <a:cxnSpLocks/>
            <a:stCxn id="61" idx="3"/>
            <a:endCxn id="66" idx="2"/>
          </p:cNvCxnSpPr>
          <p:nvPr/>
        </p:nvCxnSpPr>
        <p:spPr>
          <a:xfrm flipV="1">
            <a:off x="3928377" y="4052149"/>
            <a:ext cx="666800" cy="923367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0D392A5A-F727-49E4-B89A-3EF4BAE83282}"/>
              </a:ext>
            </a:extLst>
          </p:cNvPr>
          <p:cNvSpPr/>
          <p:nvPr/>
        </p:nvSpPr>
        <p:spPr>
          <a:xfrm>
            <a:off x="5333290" y="3517091"/>
            <a:ext cx="314036" cy="3041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C91A04BD-24F6-4161-83B3-2C45D010099E}"/>
              </a:ext>
            </a:extLst>
          </p:cNvPr>
          <p:cNvCxnSpPr>
            <a:cxnSpLocks/>
            <a:stCxn id="65" idx="6"/>
            <a:endCxn id="76" idx="1"/>
          </p:cNvCxnSpPr>
          <p:nvPr/>
        </p:nvCxnSpPr>
        <p:spPr>
          <a:xfrm>
            <a:off x="4909213" y="3664219"/>
            <a:ext cx="424077" cy="49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D467FC1-0E02-448F-9203-37A391FB5E6F}"/>
              </a:ext>
            </a:extLst>
          </p:cNvPr>
          <p:cNvCxnSpPr>
            <a:cxnSpLocks/>
          </p:cNvCxnSpPr>
          <p:nvPr/>
        </p:nvCxnSpPr>
        <p:spPr>
          <a:xfrm>
            <a:off x="4913061" y="4052149"/>
            <a:ext cx="417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06EC3477-F4A5-4238-BE2E-55BE42C68B98}"/>
              </a:ext>
            </a:extLst>
          </p:cNvPr>
          <p:cNvCxnSpPr>
            <a:cxnSpLocks/>
          </p:cNvCxnSpPr>
          <p:nvPr/>
        </p:nvCxnSpPr>
        <p:spPr>
          <a:xfrm>
            <a:off x="4906238" y="4447184"/>
            <a:ext cx="417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750B6A25-93C1-45A3-9842-1E4ED93D820E}"/>
              </a:ext>
            </a:extLst>
          </p:cNvPr>
          <p:cNvSpPr/>
          <p:nvPr/>
        </p:nvSpPr>
        <p:spPr>
          <a:xfrm>
            <a:off x="5333290" y="3903785"/>
            <a:ext cx="314036" cy="3041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DC2B427-2AEF-4A05-BA75-1EDFE185FC62}"/>
              </a:ext>
            </a:extLst>
          </p:cNvPr>
          <p:cNvSpPr/>
          <p:nvPr/>
        </p:nvSpPr>
        <p:spPr>
          <a:xfrm>
            <a:off x="5333290" y="4290478"/>
            <a:ext cx="314036" cy="3041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E6DC4A81-D99F-49B9-82EC-09454553C1B5}"/>
              </a:ext>
            </a:extLst>
          </p:cNvPr>
          <p:cNvCxnSpPr>
            <a:cxnSpLocks/>
          </p:cNvCxnSpPr>
          <p:nvPr/>
        </p:nvCxnSpPr>
        <p:spPr>
          <a:xfrm>
            <a:off x="4916036" y="4841579"/>
            <a:ext cx="417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A6AD076A-4287-4D89-A6FD-9BDFBAF356F8}"/>
              </a:ext>
            </a:extLst>
          </p:cNvPr>
          <p:cNvSpPr/>
          <p:nvPr/>
        </p:nvSpPr>
        <p:spPr>
          <a:xfrm>
            <a:off x="5333290" y="4677171"/>
            <a:ext cx="314036" cy="3041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671F8128-8001-4600-BA9A-7A2E1F94C199}"/>
              </a:ext>
            </a:extLst>
          </p:cNvPr>
          <p:cNvCxnSpPr>
            <a:cxnSpLocks/>
          </p:cNvCxnSpPr>
          <p:nvPr/>
        </p:nvCxnSpPr>
        <p:spPr>
          <a:xfrm>
            <a:off x="4923259" y="5220377"/>
            <a:ext cx="417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2EAF65F2-92BA-4F06-ABD7-045ADDBB276B}"/>
              </a:ext>
            </a:extLst>
          </p:cNvPr>
          <p:cNvSpPr/>
          <p:nvPr/>
        </p:nvSpPr>
        <p:spPr>
          <a:xfrm>
            <a:off x="5333290" y="5063865"/>
            <a:ext cx="314036" cy="3041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6" name="内容占位符 2">
            <a:extLst>
              <a:ext uri="{FF2B5EF4-FFF2-40B4-BE49-F238E27FC236}">
                <a16:creationId xmlns:a16="http://schemas.microsoft.com/office/drawing/2014/main" id="{D17BDCEB-CEE9-4BAB-A9FA-E3732FFB74E7}"/>
              </a:ext>
            </a:extLst>
          </p:cNvPr>
          <p:cNvSpPr txBox="1">
            <a:spLocks/>
          </p:cNvSpPr>
          <p:nvPr/>
        </p:nvSpPr>
        <p:spPr>
          <a:xfrm>
            <a:off x="124841" y="1929523"/>
            <a:ext cx="11563900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网络存在延迟，前后两个区块可能任意顺序到达其他节点？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1C6FBF84-0FF0-4E0F-9160-519902910260}"/>
              </a:ext>
            </a:extLst>
          </p:cNvPr>
          <p:cNvSpPr/>
          <p:nvPr/>
        </p:nvSpPr>
        <p:spPr>
          <a:xfrm>
            <a:off x="6126787" y="4040437"/>
            <a:ext cx="499043" cy="778061"/>
          </a:xfrm>
          <a:prstGeom prst="rightArrow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3E0A1F2-CC5D-4406-AB1B-DBFFDA20E266}"/>
              </a:ext>
            </a:extLst>
          </p:cNvPr>
          <p:cNvSpPr txBox="1"/>
          <p:nvPr/>
        </p:nvSpPr>
        <p:spPr>
          <a:xfrm>
            <a:off x="10590069" y="43202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分叉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761D7F3-3B6F-4E2F-84AC-F2BCACA1C96D}"/>
              </a:ext>
            </a:extLst>
          </p:cNvPr>
          <p:cNvSpPr/>
          <p:nvPr/>
        </p:nvSpPr>
        <p:spPr>
          <a:xfrm>
            <a:off x="8481555" y="5660809"/>
            <a:ext cx="134755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以谁为准？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5BC569E4-AE10-428E-A57B-3F0BC98FB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893" y="5544644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0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9" grpId="0" animBg="1"/>
      <p:bldP spid="10" grpId="0" animBg="1"/>
      <p:bldP spid="15" grpId="0" animBg="1"/>
      <p:bldP spid="16" grpId="0" animBg="1"/>
      <p:bldP spid="18" grpId="0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/>
      <p:bldP spid="37" grpId="0" animBg="1"/>
      <p:bldP spid="38" grpId="0" animBg="1"/>
      <p:bldP spid="50" grpId="0"/>
      <p:bldP spid="51" grpId="0"/>
      <p:bldP spid="52" grpId="0" animBg="1"/>
      <p:bldP spid="53" grpId="0" animBg="1"/>
      <p:bldP spid="56" grpId="0"/>
      <p:bldP spid="58" grpId="0"/>
      <p:bldP spid="60" grpId="0" animBg="1"/>
      <p:bldP spid="61" grpId="0" animBg="1"/>
      <p:bldP spid="63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/>
      <p:bldP spid="76" grpId="0" animBg="1"/>
      <p:bldP spid="80" grpId="0" animBg="1"/>
      <p:bldP spid="81" grpId="0" animBg="1"/>
      <p:bldP spid="83" grpId="0" animBg="1"/>
      <p:bldP spid="85" grpId="0" animBg="1"/>
      <p:bldP spid="86" grpId="0"/>
      <p:bldP spid="3" grpId="0" animBg="1"/>
      <p:bldP spid="87" grpId="0"/>
      <p:bldP spid="9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最长合法链原则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19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07A768-FA2F-4170-AFE4-DD58902F2B11}"/>
              </a:ext>
            </a:extLst>
          </p:cNvPr>
          <p:cNvSpPr/>
          <p:nvPr/>
        </p:nvSpPr>
        <p:spPr>
          <a:xfrm>
            <a:off x="364853" y="227210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E3A322-CD09-4698-AE89-E2A991701C50}"/>
              </a:ext>
            </a:extLst>
          </p:cNvPr>
          <p:cNvSpPr/>
          <p:nvPr/>
        </p:nvSpPr>
        <p:spPr>
          <a:xfrm>
            <a:off x="1140015" y="227210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3A3DCD-29CF-4111-81E4-BFABDAC8D43D}"/>
              </a:ext>
            </a:extLst>
          </p:cNvPr>
          <p:cNvSpPr/>
          <p:nvPr/>
        </p:nvSpPr>
        <p:spPr>
          <a:xfrm>
            <a:off x="1915177" y="227210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15A301-75BA-45F1-9498-E0D2C7281A20}"/>
              </a:ext>
            </a:extLst>
          </p:cNvPr>
          <p:cNvSpPr/>
          <p:nvPr/>
        </p:nvSpPr>
        <p:spPr>
          <a:xfrm>
            <a:off x="2690339" y="227210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" name="直线箭头连接符 11">
            <a:extLst>
              <a:ext uri="{FF2B5EF4-FFF2-40B4-BE49-F238E27FC236}">
                <a16:creationId xmlns:a16="http://schemas.microsoft.com/office/drawing/2014/main" id="{B521CF5F-BD5D-4982-A736-C2AB723AC740}"/>
              </a:ext>
            </a:extLst>
          </p:cNvPr>
          <p:cNvCxnSpPr>
            <a:cxnSpLocks/>
          </p:cNvCxnSpPr>
          <p:nvPr/>
        </p:nvCxnSpPr>
        <p:spPr>
          <a:xfrm flipH="1">
            <a:off x="797115" y="248408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2">
            <a:extLst>
              <a:ext uri="{FF2B5EF4-FFF2-40B4-BE49-F238E27FC236}">
                <a16:creationId xmlns:a16="http://schemas.microsoft.com/office/drawing/2014/main" id="{2136DC3B-376D-49F3-AB25-29F8754BAB54}"/>
              </a:ext>
            </a:extLst>
          </p:cNvPr>
          <p:cNvCxnSpPr>
            <a:cxnSpLocks/>
          </p:cNvCxnSpPr>
          <p:nvPr/>
        </p:nvCxnSpPr>
        <p:spPr>
          <a:xfrm flipH="1">
            <a:off x="1572277" y="248408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3">
            <a:extLst>
              <a:ext uri="{FF2B5EF4-FFF2-40B4-BE49-F238E27FC236}">
                <a16:creationId xmlns:a16="http://schemas.microsoft.com/office/drawing/2014/main" id="{C3BC5BF7-C852-4040-B9B3-BBCDE19E71E9}"/>
              </a:ext>
            </a:extLst>
          </p:cNvPr>
          <p:cNvCxnSpPr>
            <a:cxnSpLocks/>
          </p:cNvCxnSpPr>
          <p:nvPr/>
        </p:nvCxnSpPr>
        <p:spPr>
          <a:xfrm flipH="1">
            <a:off x="2347439" y="248408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4">
            <a:extLst>
              <a:ext uri="{FF2B5EF4-FFF2-40B4-BE49-F238E27FC236}">
                <a16:creationId xmlns:a16="http://schemas.microsoft.com/office/drawing/2014/main" id="{6AA3EAC9-94A1-444D-915B-E3B23C792A0F}"/>
              </a:ext>
            </a:extLst>
          </p:cNvPr>
          <p:cNvCxnSpPr>
            <a:cxnSpLocks/>
          </p:cNvCxnSpPr>
          <p:nvPr/>
        </p:nvCxnSpPr>
        <p:spPr>
          <a:xfrm flipH="1">
            <a:off x="3122601" y="248408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019FFAA-081F-49B4-A15D-25780D2C9D39}"/>
              </a:ext>
            </a:extLst>
          </p:cNvPr>
          <p:cNvSpPr/>
          <p:nvPr/>
        </p:nvSpPr>
        <p:spPr>
          <a:xfrm>
            <a:off x="3459184" y="227210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3E7880-C46E-4DE9-B1C0-51F1803F53E7}"/>
              </a:ext>
            </a:extLst>
          </p:cNvPr>
          <p:cNvSpPr/>
          <p:nvPr/>
        </p:nvSpPr>
        <p:spPr>
          <a:xfrm>
            <a:off x="3459184" y="2951971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6B564BF-DB13-4EDD-8FA6-9FB61FD95E07}"/>
              </a:ext>
            </a:extLst>
          </p:cNvPr>
          <p:cNvCxnSpPr>
            <a:stCxn id="16" idx="1"/>
            <a:endCxn id="10" idx="3"/>
          </p:cNvCxnSpPr>
          <p:nvPr/>
        </p:nvCxnSpPr>
        <p:spPr>
          <a:xfrm flipH="1" flipV="1">
            <a:off x="3122601" y="2484081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E6B12FC-7B73-445E-BEEF-58B93BDCF8EE}"/>
              </a:ext>
            </a:extLst>
          </p:cNvPr>
          <p:cNvSpPr txBox="1"/>
          <p:nvPr/>
        </p:nvSpPr>
        <p:spPr>
          <a:xfrm>
            <a:off x="1123183" y="2945767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Block Hash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8" name="内容占位符 2">
            <a:extLst>
              <a:ext uri="{FF2B5EF4-FFF2-40B4-BE49-F238E27FC236}">
                <a16:creationId xmlns:a16="http://schemas.microsoft.com/office/drawing/2014/main" id="{73DF126E-EAFE-4EC3-ADA8-C96085709D52}"/>
              </a:ext>
            </a:extLst>
          </p:cNvPr>
          <p:cNvSpPr txBox="1">
            <a:spLocks/>
          </p:cNvSpPr>
          <p:nvPr/>
        </p:nvSpPr>
        <p:spPr>
          <a:xfrm>
            <a:off x="85725" y="1360377"/>
            <a:ext cx="11563900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最先接收：节点总是从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最先接收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的合法区块向后扩展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9" name="内容占位符 2">
            <a:extLst>
              <a:ext uri="{FF2B5EF4-FFF2-40B4-BE49-F238E27FC236}">
                <a16:creationId xmlns:a16="http://schemas.microsoft.com/office/drawing/2014/main" id="{334826C7-8C71-4A50-9A48-5BE91C2B38F5}"/>
              </a:ext>
            </a:extLst>
          </p:cNvPr>
          <p:cNvSpPr txBox="1">
            <a:spLocks/>
          </p:cNvSpPr>
          <p:nvPr/>
        </p:nvSpPr>
        <p:spPr>
          <a:xfrm>
            <a:off x="85725" y="3791998"/>
            <a:ext cx="11563900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最长合法链：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节点总是沿着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最长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合法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的区块链向后扩展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402B446-9069-4665-A000-18FDD30559D1}"/>
              </a:ext>
            </a:extLst>
          </p:cNvPr>
          <p:cNvSpPr txBox="1"/>
          <p:nvPr/>
        </p:nvSpPr>
        <p:spPr>
          <a:xfrm>
            <a:off x="3936232" y="2290230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汇集了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70%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算力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C965786-8B38-429D-AAD9-F778AF53A09A}"/>
              </a:ext>
            </a:extLst>
          </p:cNvPr>
          <p:cNvSpPr txBox="1"/>
          <p:nvPr/>
        </p:nvSpPr>
        <p:spPr>
          <a:xfrm>
            <a:off x="3929168" y="2962625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汇集了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30%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算力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C7D5A19-86E8-4938-9D9B-AB69328DF660}"/>
              </a:ext>
            </a:extLst>
          </p:cNvPr>
          <p:cNvSpPr/>
          <p:nvPr/>
        </p:nvSpPr>
        <p:spPr>
          <a:xfrm>
            <a:off x="6433989" y="229031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0F39BA1-487D-4A8A-925C-66BAD66258C5}"/>
              </a:ext>
            </a:extLst>
          </p:cNvPr>
          <p:cNvSpPr/>
          <p:nvPr/>
        </p:nvSpPr>
        <p:spPr>
          <a:xfrm>
            <a:off x="7209151" y="229031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348EABF-B35B-4701-B346-3129DDF83762}"/>
              </a:ext>
            </a:extLst>
          </p:cNvPr>
          <p:cNvSpPr/>
          <p:nvPr/>
        </p:nvSpPr>
        <p:spPr>
          <a:xfrm>
            <a:off x="7984313" y="229031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4B3D522-B7D3-4A98-9FB8-6BA40CE13CCC}"/>
              </a:ext>
            </a:extLst>
          </p:cNvPr>
          <p:cNvSpPr/>
          <p:nvPr/>
        </p:nvSpPr>
        <p:spPr>
          <a:xfrm>
            <a:off x="8759475" y="229031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8" name="直线箭头连接符 11">
            <a:extLst>
              <a:ext uri="{FF2B5EF4-FFF2-40B4-BE49-F238E27FC236}">
                <a16:creationId xmlns:a16="http://schemas.microsoft.com/office/drawing/2014/main" id="{C9DB9B3A-E7F1-4BC0-879E-1CC53EF72193}"/>
              </a:ext>
            </a:extLst>
          </p:cNvPr>
          <p:cNvCxnSpPr>
            <a:cxnSpLocks/>
          </p:cNvCxnSpPr>
          <p:nvPr/>
        </p:nvCxnSpPr>
        <p:spPr>
          <a:xfrm flipH="1">
            <a:off x="6866251" y="250229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12">
            <a:extLst>
              <a:ext uri="{FF2B5EF4-FFF2-40B4-BE49-F238E27FC236}">
                <a16:creationId xmlns:a16="http://schemas.microsoft.com/office/drawing/2014/main" id="{1C0ECFE3-4790-49FD-937A-165C3F2DB54C}"/>
              </a:ext>
            </a:extLst>
          </p:cNvPr>
          <p:cNvCxnSpPr>
            <a:cxnSpLocks/>
          </p:cNvCxnSpPr>
          <p:nvPr/>
        </p:nvCxnSpPr>
        <p:spPr>
          <a:xfrm flipH="1">
            <a:off x="7641413" y="250229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13">
            <a:extLst>
              <a:ext uri="{FF2B5EF4-FFF2-40B4-BE49-F238E27FC236}">
                <a16:creationId xmlns:a16="http://schemas.microsoft.com/office/drawing/2014/main" id="{A7876011-6442-4F0F-BF15-1658E93FEDEB}"/>
              </a:ext>
            </a:extLst>
          </p:cNvPr>
          <p:cNvCxnSpPr>
            <a:cxnSpLocks/>
          </p:cNvCxnSpPr>
          <p:nvPr/>
        </p:nvCxnSpPr>
        <p:spPr>
          <a:xfrm flipH="1">
            <a:off x="8416575" y="250229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4">
            <a:extLst>
              <a:ext uri="{FF2B5EF4-FFF2-40B4-BE49-F238E27FC236}">
                <a16:creationId xmlns:a16="http://schemas.microsoft.com/office/drawing/2014/main" id="{F37C5053-D433-407C-96E7-FED8B48BFC91}"/>
              </a:ext>
            </a:extLst>
          </p:cNvPr>
          <p:cNvCxnSpPr>
            <a:cxnSpLocks/>
          </p:cNvCxnSpPr>
          <p:nvPr/>
        </p:nvCxnSpPr>
        <p:spPr>
          <a:xfrm flipH="1">
            <a:off x="9191737" y="250229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8387A3FC-83B7-4636-AC66-6F92A721E433}"/>
              </a:ext>
            </a:extLst>
          </p:cNvPr>
          <p:cNvSpPr/>
          <p:nvPr/>
        </p:nvSpPr>
        <p:spPr>
          <a:xfrm>
            <a:off x="9528320" y="229031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F9D3437-593C-4417-B553-B26F29F714DC}"/>
              </a:ext>
            </a:extLst>
          </p:cNvPr>
          <p:cNvSpPr/>
          <p:nvPr/>
        </p:nvSpPr>
        <p:spPr>
          <a:xfrm>
            <a:off x="9528320" y="2970184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6644CF27-2136-4AAD-8C07-E23401A6FB91}"/>
              </a:ext>
            </a:extLst>
          </p:cNvPr>
          <p:cNvCxnSpPr>
            <a:stCxn id="103" idx="1"/>
            <a:endCxn id="97" idx="3"/>
          </p:cNvCxnSpPr>
          <p:nvPr/>
        </p:nvCxnSpPr>
        <p:spPr>
          <a:xfrm flipH="1" flipV="1">
            <a:off x="9191737" y="2502294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022DAC4-0B9A-4CD5-BC47-27B322690B4D}"/>
              </a:ext>
            </a:extLst>
          </p:cNvPr>
          <p:cNvSpPr txBox="1"/>
          <p:nvPr/>
        </p:nvSpPr>
        <p:spPr>
          <a:xfrm>
            <a:off x="7192319" y="296398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Block Hash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EF4A1717-78E2-482A-8FF5-9DFC8F8D9E3C}"/>
              </a:ext>
            </a:extLst>
          </p:cNvPr>
          <p:cNvSpPr/>
          <p:nvPr/>
        </p:nvSpPr>
        <p:spPr>
          <a:xfrm>
            <a:off x="5723306" y="2386332"/>
            <a:ext cx="556747" cy="708087"/>
          </a:xfrm>
          <a:prstGeom prst="rightArrow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直线箭头连接符 14">
            <a:extLst>
              <a:ext uri="{FF2B5EF4-FFF2-40B4-BE49-F238E27FC236}">
                <a16:creationId xmlns:a16="http://schemas.microsoft.com/office/drawing/2014/main" id="{5DE4760B-AB22-432C-95CE-4CA22314F15E}"/>
              </a:ext>
            </a:extLst>
          </p:cNvPr>
          <p:cNvCxnSpPr>
            <a:cxnSpLocks/>
          </p:cNvCxnSpPr>
          <p:nvPr/>
        </p:nvCxnSpPr>
        <p:spPr>
          <a:xfrm flipH="1">
            <a:off x="9960582" y="249619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9D7C6B67-1B98-4123-9414-D5C2CD3D4EFB}"/>
              </a:ext>
            </a:extLst>
          </p:cNvPr>
          <p:cNvSpPr/>
          <p:nvPr/>
        </p:nvSpPr>
        <p:spPr>
          <a:xfrm>
            <a:off x="10297165" y="2284215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70%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1" name="直线箭头连接符 14">
            <a:extLst>
              <a:ext uri="{FF2B5EF4-FFF2-40B4-BE49-F238E27FC236}">
                <a16:creationId xmlns:a16="http://schemas.microsoft.com/office/drawing/2014/main" id="{C8C01930-714D-4D15-AF37-533482077B86}"/>
              </a:ext>
            </a:extLst>
          </p:cNvPr>
          <p:cNvCxnSpPr>
            <a:cxnSpLocks/>
          </p:cNvCxnSpPr>
          <p:nvPr/>
        </p:nvCxnSpPr>
        <p:spPr>
          <a:xfrm flipH="1">
            <a:off x="9966899" y="318215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26463F91-B600-4F4A-864F-F4531B2C5D86}"/>
              </a:ext>
            </a:extLst>
          </p:cNvPr>
          <p:cNvSpPr/>
          <p:nvPr/>
        </p:nvSpPr>
        <p:spPr>
          <a:xfrm>
            <a:off x="10303482" y="2970184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30%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3" name="直线箭头连接符 14">
            <a:extLst>
              <a:ext uri="{FF2B5EF4-FFF2-40B4-BE49-F238E27FC236}">
                <a16:creationId xmlns:a16="http://schemas.microsoft.com/office/drawing/2014/main" id="{48CF2CFF-1EAE-4DAE-8B28-8299A2A4EB59}"/>
              </a:ext>
            </a:extLst>
          </p:cNvPr>
          <p:cNvCxnSpPr>
            <a:cxnSpLocks/>
          </p:cNvCxnSpPr>
          <p:nvPr/>
        </p:nvCxnSpPr>
        <p:spPr>
          <a:xfrm flipH="1">
            <a:off x="10734496" y="24871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B5AB39FB-F00F-4378-A663-D4FAF9EFBF07}"/>
              </a:ext>
            </a:extLst>
          </p:cNvPr>
          <p:cNvSpPr/>
          <p:nvPr/>
        </p:nvSpPr>
        <p:spPr>
          <a:xfrm>
            <a:off x="11071079" y="2275169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70%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5" name="直线箭头连接符 14">
            <a:extLst>
              <a:ext uri="{FF2B5EF4-FFF2-40B4-BE49-F238E27FC236}">
                <a16:creationId xmlns:a16="http://schemas.microsoft.com/office/drawing/2014/main" id="{315B174F-FDA7-441C-A924-425210F78E5A}"/>
              </a:ext>
            </a:extLst>
          </p:cNvPr>
          <p:cNvCxnSpPr>
            <a:cxnSpLocks/>
          </p:cNvCxnSpPr>
          <p:nvPr/>
        </p:nvCxnSpPr>
        <p:spPr>
          <a:xfrm flipH="1">
            <a:off x="10734496" y="318215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D0F0E5F3-70F2-454B-B1F0-A43FC51B8EB1}"/>
              </a:ext>
            </a:extLst>
          </p:cNvPr>
          <p:cNvSpPr/>
          <p:nvPr/>
        </p:nvSpPr>
        <p:spPr>
          <a:xfrm>
            <a:off x="11071079" y="2970184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30%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D88BB10-3323-4EDC-AC69-6148D24AFEDC}"/>
              </a:ext>
            </a:extLst>
          </p:cNvPr>
          <p:cNvSpPr/>
          <p:nvPr/>
        </p:nvSpPr>
        <p:spPr>
          <a:xfrm>
            <a:off x="381685" y="483396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AD71015-61ED-46DB-98A6-C33AC826C0E6}"/>
              </a:ext>
            </a:extLst>
          </p:cNvPr>
          <p:cNvSpPr/>
          <p:nvPr/>
        </p:nvSpPr>
        <p:spPr>
          <a:xfrm>
            <a:off x="1156847" y="483396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69268BEF-2F2E-4E37-9DA7-2BDAB32CBAD7}"/>
              </a:ext>
            </a:extLst>
          </p:cNvPr>
          <p:cNvSpPr/>
          <p:nvPr/>
        </p:nvSpPr>
        <p:spPr>
          <a:xfrm>
            <a:off x="1932009" y="483396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9DBD9D4-7C72-4350-A81A-8EB228D9464F}"/>
              </a:ext>
            </a:extLst>
          </p:cNvPr>
          <p:cNvSpPr/>
          <p:nvPr/>
        </p:nvSpPr>
        <p:spPr>
          <a:xfrm>
            <a:off x="2707171" y="483396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1" name="直线箭头连接符 11">
            <a:extLst>
              <a:ext uri="{FF2B5EF4-FFF2-40B4-BE49-F238E27FC236}">
                <a16:creationId xmlns:a16="http://schemas.microsoft.com/office/drawing/2014/main" id="{B845A1F6-E868-4F31-B540-681E9C7C4A10}"/>
              </a:ext>
            </a:extLst>
          </p:cNvPr>
          <p:cNvCxnSpPr>
            <a:cxnSpLocks/>
          </p:cNvCxnSpPr>
          <p:nvPr/>
        </p:nvCxnSpPr>
        <p:spPr>
          <a:xfrm flipH="1">
            <a:off x="813947" y="504593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箭头连接符 12">
            <a:extLst>
              <a:ext uri="{FF2B5EF4-FFF2-40B4-BE49-F238E27FC236}">
                <a16:creationId xmlns:a16="http://schemas.microsoft.com/office/drawing/2014/main" id="{8016DE29-78E7-4EC7-98F0-1571CA148268}"/>
              </a:ext>
            </a:extLst>
          </p:cNvPr>
          <p:cNvCxnSpPr>
            <a:cxnSpLocks/>
          </p:cNvCxnSpPr>
          <p:nvPr/>
        </p:nvCxnSpPr>
        <p:spPr>
          <a:xfrm flipH="1">
            <a:off x="1589109" y="504593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箭头连接符 13">
            <a:extLst>
              <a:ext uri="{FF2B5EF4-FFF2-40B4-BE49-F238E27FC236}">
                <a16:creationId xmlns:a16="http://schemas.microsoft.com/office/drawing/2014/main" id="{ECEF3B45-C46D-4E5A-8874-4A5EDD01B26E}"/>
              </a:ext>
            </a:extLst>
          </p:cNvPr>
          <p:cNvCxnSpPr>
            <a:cxnSpLocks/>
          </p:cNvCxnSpPr>
          <p:nvPr/>
        </p:nvCxnSpPr>
        <p:spPr>
          <a:xfrm flipH="1">
            <a:off x="2364271" y="504593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箭头连接符 14">
            <a:extLst>
              <a:ext uri="{FF2B5EF4-FFF2-40B4-BE49-F238E27FC236}">
                <a16:creationId xmlns:a16="http://schemas.microsoft.com/office/drawing/2014/main" id="{FD975E68-968B-441F-AA58-4E6BCA1DC946}"/>
              </a:ext>
            </a:extLst>
          </p:cNvPr>
          <p:cNvCxnSpPr>
            <a:cxnSpLocks/>
          </p:cNvCxnSpPr>
          <p:nvPr/>
        </p:nvCxnSpPr>
        <p:spPr>
          <a:xfrm flipH="1">
            <a:off x="3139433" y="504593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A21C48CA-3501-436B-85E9-6E8C713F2F0F}"/>
              </a:ext>
            </a:extLst>
          </p:cNvPr>
          <p:cNvSpPr/>
          <p:nvPr/>
        </p:nvSpPr>
        <p:spPr>
          <a:xfrm>
            <a:off x="3476016" y="483396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A7A3DC5-669D-427B-989E-F5271E27B86B}"/>
              </a:ext>
            </a:extLst>
          </p:cNvPr>
          <p:cNvSpPr/>
          <p:nvPr/>
        </p:nvSpPr>
        <p:spPr>
          <a:xfrm>
            <a:off x="3476016" y="5513829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C650B76C-0A31-4508-A31C-0012234A6150}"/>
              </a:ext>
            </a:extLst>
          </p:cNvPr>
          <p:cNvCxnSpPr>
            <a:stCxn id="126" idx="1"/>
            <a:endCxn id="120" idx="3"/>
          </p:cNvCxnSpPr>
          <p:nvPr/>
        </p:nvCxnSpPr>
        <p:spPr>
          <a:xfrm flipH="1" flipV="1">
            <a:off x="3139433" y="5045939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7D70A54-AE4A-4D10-A458-8EC915A64C41}"/>
              </a:ext>
            </a:extLst>
          </p:cNvPr>
          <p:cNvSpPr txBox="1"/>
          <p:nvPr/>
        </p:nvSpPr>
        <p:spPr>
          <a:xfrm>
            <a:off x="1140015" y="5507625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Block Hash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9" name="直线箭头连接符 14">
            <a:extLst>
              <a:ext uri="{FF2B5EF4-FFF2-40B4-BE49-F238E27FC236}">
                <a16:creationId xmlns:a16="http://schemas.microsoft.com/office/drawing/2014/main" id="{32013D55-37EC-4122-8B1D-62C471029791}"/>
              </a:ext>
            </a:extLst>
          </p:cNvPr>
          <p:cNvCxnSpPr>
            <a:cxnSpLocks/>
          </p:cNvCxnSpPr>
          <p:nvPr/>
        </p:nvCxnSpPr>
        <p:spPr>
          <a:xfrm flipH="1">
            <a:off x="3908278" y="503983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BC6EB27C-381F-4A99-91B2-4B804AD97960}"/>
              </a:ext>
            </a:extLst>
          </p:cNvPr>
          <p:cNvSpPr/>
          <p:nvPr/>
        </p:nvSpPr>
        <p:spPr>
          <a:xfrm>
            <a:off x="4244861" y="4827860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70%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1" name="直线箭头连接符 14">
            <a:extLst>
              <a:ext uri="{FF2B5EF4-FFF2-40B4-BE49-F238E27FC236}">
                <a16:creationId xmlns:a16="http://schemas.microsoft.com/office/drawing/2014/main" id="{6272C911-590B-4FC4-BCD0-265119BCBF84}"/>
              </a:ext>
            </a:extLst>
          </p:cNvPr>
          <p:cNvCxnSpPr>
            <a:cxnSpLocks/>
          </p:cNvCxnSpPr>
          <p:nvPr/>
        </p:nvCxnSpPr>
        <p:spPr>
          <a:xfrm flipH="1">
            <a:off x="3914595" y="572580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4495E556-3C03-4D9E-BEDE-0AB8031D6BE4}"/>
              </a:ext>
            </a:extLst>
          </p:cNvPr>
          <p:cNvSpPr/>
          <p:nvPr/>
        </p:nvSpPr>
        <p:spPr>
          <a:xfrm>
            <a:off x="4251178" y="5513829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30%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CBAD64C-9F8D-4BDD-8076-7A25E30EF978}"/>
              </a:ext>
            </a:extLst>
          </p:cNvPr>
          <p:cNvSpPr txBox="1"/>
          <p:nvPr/>
        </p:nvSpPr>
        <p:spPr>
          <a:xfrm>
            <a:off x="4713740" y="4861273"/>
            <a:ext cx="5900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70%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可能性先找到新的区块，广播出去，成为最长合法链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F58B575-177B-49AB-A4ED-1AD53F48CD38}"/>
              </a:ext>
            </a:extLst>
          </p:cNvPr>
          <p:cNvSpPr txBox="1"/>
          <p:nvPr/>
        </p:nvSpPr>
        <p:spPr>
          <a:xfrm>
            <a:off x="4713740" y="5541137"/>
            <a:ext cx="7289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还未找到最新区块，但已收到另一分支的最新区块，切换至另一分支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2DD4E55-18A8-466D-AF70-EACEC77BAFDD}"/>
              </a:ext>
            </a:extLst>
          </p:cNvPr>
          <p:cNvSpPr/>
          <p:nvPr/>
        </p:nvSpPr>
        <p:spPr>
          <a:xfrm>
            <a:off x="7706392" y="6111125"/>
            <a:ext cx="174240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能不能不切换？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40" name="图片 139">
            <a:extLst>
              <a:ext uri="{FF2B5EF4-FFF2-40B4-BE49-F238E27FC236}">
                <a16:creationId xmlns:a16="http://schemas.microsoft.com/office/drawing/2014/main" id="{4F288F98-523F-45D4-9826-2070C412F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731" y="5994960"/>
            <a:ext cx="601662" cy="601662"/>
          </a:xfrm>
          <a:prstGeom prst="rect">
            <a:avLst/>
          </a:prstGeom>
        </p:spPr>
      </p:pic>
      <p:sp>
        <p:nvSpPr>
          <p:cNvPr id="141" name="文本框 140">
            <a:extLst>
              <a:ext uri="{FF2B5EF4-FFF2-40B4-BE49-F238E27FC236}">
                <a16:creationId xmlns:a16="http://schemas.microsoft.com/office/drawing/2014/main" id="{656E91A1-E01C-4333-98DC-9C32CD94000C}"/>
              </a:ext>
            </a:extLst>
          </p:cNvPr>
          <p:cNvSpPr txBox="1"/>
          <p:nvPr/>
        </p:nvSpPr>
        <p:spPr>
          <a:xfrm>
            <a:off x="444722" y="6054572"/>
            <a:ext cx="5556957" cy="6155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7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所有节点均沿着最长合法链进行扩展，避免成为孤链错失铸币交易。</a:t>
            </a:r>
          </a:p>
        </p:txBody>
      </p:sp>
    </p:spTree>
    <p:extLst>
      <p:ext uri="{BB962C8B-B14F-4D97-AF65-F5344CB8AC3E}">
        <p14:creationId xmlns:p14="http://schemas.microsoft.com/office/powerpoint/2010/main" val="80005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5" grpId="0" animBg="1"/>
      <p:bldP spid="16" grpId="0" animBg="1"/>
      <p:bldP spid="18" grpId="0"/>
      <p:bldP spid="88" grpId="0"/>
      <p:bldP spid="89" grpId="0"/>
      <p:bldP spid="92" grpId="0"/>
      <p:bldP spid="93" grpId="0"/>
      <p:bldP spid="94" grpId="0" animBg="1"/>
      <p:bldP spid="95" grpId="0" animBg="1"/>
      <p:bldP spid="96" grpId="0" animBg="1"/>
      <p:bldP spid="97" grpId="0" animBg="1"/>
      <p:bldP spid="102" grpId="0" animBg="1"/>
      <p:bldP spid="103" grpId="0" animBg="1"/>
      <p:bldP spid="105" grpId="0"/>
      <p:bldP spid="4" grpId="0" animBg="1"/>
      <p:bldP spid="110" grpId="0" animBg="1"/>
      <p:bldP spid="112" grpId="0" animBg="1"/>
      <p:bldP spid="114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5" grpId="0" animBg="1"/>
      <p:bldP spid="126" grpId="0" animBg="1"/>
      <p:bldP spid="128" grpId="0"/>
      <p:bldP spid="130" grpId="0" animBg="1"/>
      <p:bldP spid="132" grpId="0" animBg="1"/>
      <p:bldP spid="137" grpId="0"/>
      <p:bldP spid="138" grpId="0"/>
      <p:bldP spid="139" grpId="0" animBg="1"/>
      <p:bldP spid="1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一些名称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20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797D21C-D64D-4E4D-9A38-F2E551345DD8}"/>
              </a:ext>
            </a:extLst>
          </p:cNvPr>
          <p:cNvSpPr/>
          <p:nvPr/>
        </p:nvSpPr>
        <p:spPr>
          <a:xfrm>
            <a:off x="425311" y="188741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24E5B62-377F-421B-89E5-DDB13C551546}"/>
              </a:ext>
            </a:extLst>
          </p:cNvPr>
          <p:cNvSpPr/>
          <p:nvPr/>
        </p:nvSpPr>
        <p:spPr>
          <a:xfrm>
            <a:off x="1200473" y="188741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7D33B22-7F02-4F5A-99C5-EADD86458A40}"/>
              </a:ext>
            </a:extLst>
          </p:cNvPr>
          <p:cNvSpPr/>
          <p:nvPr/>
        </p:nvSpPr>
        <p:spPr>
          <a:xfrm>
            <a:off x="1975635" y="188741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705338E-5737-4727-A4F6-BB741241C4F9}"/>
              </a:ext>
            </a:extLst>
          </p:cNvPr>
          <p:cNvSpPr/>
          <p:nvPr/>
        </p:nvSpPr>
        <p:spPr>
          <a:xfrm>
            <a:off x="2750797" y="188741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5" name="直线箭头连接符 11">
            <a:extLst>
              <a:ext uri="{FF2B5EF4-FFF2-40B4-BE49-F238E27FC236}">
                <a16:creationId xmlns:a16="http://schemas.microsoft.com/office/drawing/2014/main" id="{E69FC641-D1FB-4F87-8B46-EEEAD9009589}"/>
              </a:ext>
            </a:extLst>
          </p:cNvPr>
          <p:cNvCxnSpPr>
            <a:cxnSpLocks/>
          </p:cNvCxnSpPr>
          <p:nvPr/>
        </p:nvCxnSpPr>
        <p:spPr>
          <a:xfrm flipH="1">
            <a:off x="857573" y="209939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12">
            <a:extLst>
              <a:ext uri="{FF2B5EF4-FFF2-40B4-BE49-F238E27FC236}">
                <a16:creationId xmlns:a16="http://schemas.microsoft.com/office/drawing/2014/main" id="{34E92208-9F5C-4D5F-98C2-B44CA77F2D91}"/>
              </a:ext>
            </a:extLst>
          </p:cNvPr>
          <p:cNvCxnSpPr>
            <a:cxnSpLocks/>
          </p:cNvCxnSpPr>
          <p:nvPr/>
        </p:nvCxnSpPr>
        <p:spPr>
          <a:xfrm flipH="1">
            <a:off x="1632735" y="209939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13">
            <a:extLst>
              <a:ext uri="{FF2B5EF4-FFF2-40B4-BE49-F238E27FC236}">
                <a16:creationId xmlns:a16="http://schemas.microsoft.com/office/drawing/2014/main" id="{5585A18F-0DCA-47C8-ACC5-13F64182B5DA}"/>
              </a:ext>
            </a:extLst>
          </p:cNvPr>
          <p:cNvCxnSpPr>
            <a:cxnSpLocks/>
          </p:cNvCxnSpPr>
          <p:nvPr/>
        </p:nvCxnSpPr>
        <p:spPr>
          <a:xfrm flipH="1">
            <a:off x="2407897" y="209939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14">
            <a:extLst>
              <a:ext uri="{FF2B5EF4-FFF2-40B4-BE49-F238E27FC236}">
                <a16:creationId xmlns:a16="http://schemas.microsoft.com/office/drawing/2014/main" id="{9EBBDD24-BA35-482D-A5AA-54656BB1F497}"/>
              </a:ext>
            </a:extLst>
          </p:cNvPr>
          <p:cNvCxnSpPr>
            <a:cxnSpLocks/>
          </p:cNvCxnSpPr>
          <p:nvPr/>
        </p:nvCxnSpPr>
        <p:spPr>
          <a:xfrm flipH="1">
            <a:off x="3183059" y="209939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2D61372E-EF56-4952-995A-08678C6755B7}"/>
              </a:ext>
            </a:extLst>
          </p:cNvPr>
          <p:cNvSpPr/>
          <p:nvPr/>
        </p:nvSpPr>
        <p:spPr>
          <a:xfrm>
            <a:off x="3519642" y="188741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48BA51-4405-48B8-9322-7C9C4DB78FA2}"/>
              </a:ext>
            </a:extLst>
          </p:cNvPr>
          <p:cNvSpPr/>
          <p:nvPr/>
        </p:nvSpPr>
        <p:spPr>
          <a:xfrm>
            <a:off x="3519642" y="2567282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1F4D89C-C709-406F-A88E-774A6C797F63}"/>
              </a:ext>
            </a:extLst>
          </p:cNvPr>
          <p:cNvCxnSpPr>
            <a:stCxn id="70" idx="1"/>
            <a:endCxn id="64" idx="3"/>
          </p:cNvCxnSpPr>
          <p:nvPr/>
        </p:nvCxnSpPr>
        <p:spPr>
          <a:xfrm flipH="1" flipV="1">
            <a:off x="3183059" y="2099392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D206923F-0C1A-4FC9-B82A-259DB87247ED}"/>
              </a:ext>
            </a:extLst>
          </p:cNvPr>
          <p:cNvSpPr/>
          <p:nvPr/>
        </p:nvSpPr>
        <p:spPr>
          <a:xfrm>
            <a:off x="4288487" y="188741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4" name="直线箭头连接符 14">
            <a:extLst>
              <a:ext uri="{FF2B5EF4-FFF2-40B4-BE49-F238E27FC236}">
                <a16:creationId xmlns:a16="http://schemas.microsoft.com/office/drawing/2014/main" id="{8313E6B2-5967-40AE-9929-FE6F1BF92468}"/>
              </a:ext>
            </a:extLst>
          </p:cNvPr>
          <p:cNvCxnSpPr>
            <a:cxnSpLocks/>
            <a:stCxn id="73" idx="1"/>
            <a:endCxn id="69" idx="3"/>
          </p:cNvCxnSpPr>
          <p:nvPr/>
        </p:nvCxnSpPr>
        <p:spPr>
          <a:xfrm flipH="1">
            <a:off x="3951904" y="2099391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86D63E8F-7DB4-414E-8EE8-FE5805F6DA63}"/>
              </a:ext>
            </a:extLst>
          </p:cNvPr>
          <p:cNvSpPr/>
          <p:nvPr/>
        </p:nvSpPr>
        <p:spPr>
          <a:xfrm>
            <a:off x="5052890" y="188741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6" name="直线箭头连接符 14">
            <a:extLst>
              <a:ext uri="{FF2B5EF4-FFF2-40B4-BE49-F238E27FC236}">
                <a16:creationId xmlns:a16="http://schemas.microsoft.com/office/drawing/2014/main" id="{B5490B59-800C-4CA7-8216-CC97564E0A0F}"/>
              </a:ext>
            </a:extLst>
          </p:cNvPr>
          <p:cNvCxnSpPr>
            <a:cxnSpLocks/>
            <a:stCxn id="75" idx="1"/>
          </p:cNvCxnSpPr>
          <p:nvPr/>
        </p:nvCxnSpPr>
        <p:spPr>
          <a:xfrm flipH="1">
            <a:off x="4716307" y="2099391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乘号 76">
            <a:extLst>
              <a:ext uri="{FF2B5EF4-FFF2-40B4-BE49-F238E27FC236}">
                <a16:creationId xmlns:a16="http://schemas.microsoft.com/office/drawing/2014/main" id="{E2E65334-3737-465C-9A50-8D927237E670}"/>
              </a:ext>
            </a:extLst>
          </p:cNvPr>
          <p:cNvSpPr/>
          <p:nvPr/>
        </p:nvSpPr>
        <p:spPr>
          <a:xfrm>
            <a:off x="3927315" y="2483172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93D69F9-C833-4647-908C-26F83870CC73}"/>
              </a:ext>
            </a:extLst>
          </p:cNvPr>
          <p:cNvSpPr txBox="1"/>
          <p:nvPr/>
        </p:nvSpPr>
        <p:spPr>
          <a:xfrm>
            <a:off x="3835204" y="14806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最长合法链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7756A4A-7A5F-478F-9A60-B5CB835CF630}"/>
              </a:ext>
            </a:extLst>
          </p:cNvPr>
          <p:cNvSpPr txBox="1"/>
          <p:nvPr/>
        </p:nvSpPr>
        <p:spPr>
          <a:xfrm>
            <a:off x="4397583" y="25945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孤链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44A1CEDD-7DE1-4A90-8F73-308967B72DB7}"/>
              </a:ext>
            </a:extLst>
          </p:cNvPr>
          <p:cNvSpPr txBox="1"/>
          <p:nvPr/>
        </p:nvSpPr>
        <p:spPr>
          <a:xfrm>
            <a:off x="1394513" y="2677467"/>
            <a:ext cx="236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Orphan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E2D59B6-0AA2-422A-ADB9-FE667DAD248B}"/>
              </a:ext>
            </a:extLst>
          </p:cNvPr>
          <p:cNvSpPr/>
          <p:nvPr/>
        </p:nvSpPr>
        <p:spPr>
          <a:xfrm>
            <a:off x="6152275" y="1893688"/>
            <a:ext cx="33725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这里“最长”核心是什么最长？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C4028010-2B9F-4E17-9D40-7E9889A64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614" y="1777523"/>
            <a:ext cx="601662" cy="601662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853E42E4-B382-4760-8DFD-CC8405E781EB}"/>
              </a:ext>
            </a:extLst>
          </p:cNvPr>
          <p:cNvSpPr txBox="1"/>
          <p:nvPr/>
        </p:nvSpPr>
        <p:spPr>
          <a:xfrm>
            <a:off x="249298" y="3795727"/>
            <a:ext cx="222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父块（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Parent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12DD686-7787-477C-89F8-C873384D8C44}"/>
              </a:ext>
            </a:extLst>
          </p:cNvPr>
          <p:cNvSpPr/>
          <p:nvPr/>
        </p:nvSpPr>
        <p:spPr>
          <a:xfrm>
            <a:off x="367897" y="436712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E3417C7-0F0F-491B-801D-0D808A298AEC}"/>
              </a:ext>
            </a:extLst>
          </p:cNvPr>
          <p:cNvSpPr/>
          <p:nvPr/>
        </p:nvSpPr>
        <p:spPr>
          <a:xfrm>
            <a:off x="1143059" y="436712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83AA870-FEDB-4826-891E-A645BD727AF7}"/>
              </a:ext>
            </a:extLst>
          </p:cNvPr>
          <p:cNvSpPr/>
          <p:nvPr/>
        </p:nvSpPr>
        <p:spPr>
          <a:xfrm>
            <a:off x="1918221" y="436712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69945A9-DAA6-41C7-B1AF-643675D0EF27}"/>
              </a:ext>
            </a:extLst>
          </p:cNvPr>
          <p:cNvSpPr/>
          <p:nvPr/>
        </p:nvSpPr>
        <p:spPr>
          <a:xfrm>
            <a:off x="2693383" y="436712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0" name="直线箭头连接符 11">
            <a:extLst>
              <a:ext uri="{FF2B5EF4-FFF2-40B4-BE49-F238E27FC236}">
                <a16:creationId xmlns:a16="http://schemas.microsoft.com/office/drawing/2014/main" id="{D6D8CBFC-1B08-4F47-8BB8-ED459D0B8C2B}"/>
              </a:ext>
            </a:extLst>
          </p:cNvPr>
          <p:cNvCxnSpPr>
            <a:cxnSpLocks/>
          </p:cNvCxnSpPr>
          <p:nvPr/>
        </p:nvCxnSpPr>
        <p:spPr>
          <a:xfrm flipH="1">
            <a:off x="800159" y="457910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12">
            <a:extLst>
              <a:ext uri="{FF2B5EF4-FFF2-40B4-BE49-F238E27FC236}">
                <a16:creationId xmlns:a16="http://schemas.microsoft.com/office/drawing/2014/main" id="{155088DB-A793-42C6-8E65-D3F0DBF0CFE2}"/>
              </a:ext>
            </a:extLst>
          </p:cNvPr>
          <p:cNvCxnSpPr>
            <a:cxnSpLocks/>
          </p:cNvCxnSpPr>
          <p:nvPr/>
        </p:nvCxnSpPr>
        <p:spPr>
          <a:xfrm flipH="1">
            <a:off x="1575321" y="457910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箭头连接符 13">
            <a:extLst>
              <a:ext uri="{FF2B5EF4-FFF2-40B4-BE49-F238E27FC236}">
                <a16:creationId xmlns:a16="http://schemas.microsoft.com/office/drawing/2014/main" id="{CD3B99EC-BDE5-407C-9714-1D00703BEFCC}"/>
              </a:ext>
            </a:extLst>
          </p:cNvPr>
          <p:cNvCxnSpPr>
            <a:cxnSpLocks/>
          </p:cNvCxnSpPr>
          <p:nvPr/>
        </p:nvCxnSpPr>
        <p:spPr>
          <a:xfrm flipH="1">
            <a:off x="2350483" y="457910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4">
            <a:extLst>
              <a:ext uri="{FF2B5EF4-FFF2-40B4-BE49-F238E27FC236}">
                <a16:creationId xmlns:a16="http://schemas.microsoft.com/office/drawing/2014/main" id="{75C339CE-9159-4139-A758-4021CF91993F}"/>
              </a:ext>
            </a:extLst>
          </p:cNvPr>
          <p:cNvCxnSpPr>
            <a:cxnSpLocks/>
          </p:cNvCxnSpPr>
          <p:nvPr/>
        </p:nvCxnSpPr>
        <p:spPr>
          <a:xfrm flipH="1">
            <a:off x="3125645" y="457910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91260B6C-72B0-4E5A-B0BF-FD4D0172A0EF}"/>
              </a:ext>
            </a:extLst>
          </p:cNvPr>
          <p:cNvSpPr/>
          <p:nvPr/>
        </p:nvSpPr>
        <p:spPr>
          <a:xfrm>
            <a:off x="3462228" y="4367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7B86F55-CAA7-4AF2-BAEB-03E2F39E7337}"/>
              </a:ext>
            </a:extLst>
          </p:cNvPr>
          <p:cNvSpPr/>
          <p:nvPr/>
        </p:nvSpPr>
        <p:spPr>
          <a:xfrm>
            <a:off x="4231073" y="4367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4" name="直线箭头连接符 14">
            <a:extLst>
              <a:ext uri="{FF2B5EF4-FFF2-40B4-BE49-F238E27FC236}">
                <a16:creationId xmlns:a16="http://schemas.microsoft.com/office/drawing/2014/main" id="{69829183-AC84-4708-AFA7-73CEAC5E9B97}"/>
              </a:ext>
            </a:extLst>
          </p:cNvPr>
          <p:cNvCxnSpPr>
            <a:cxnSpLocks/>
            <a:stCxn id="133" idx="1"/>
            <a:endCxn id="108" idx="3"/>
          </p:cNvCxnSpPr>
          <p:nvPr/>
        </p:nvCxnSpPr>
        <p:spPr>
          <a:xfrm flipH="1">
            <a:off x="3894490" y="4579100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3D52ED6E-C2C1-4E4B-B800-32A5E4931A59}"/>
              </a:ext>
            </a:extLst>
          </p:cNvPr>
          <p:cNvSpPr/>
          <p:nvPr/>
        </p:nvSpPr>
        <p:spPr>
          <a:xfrm>
            <a:off x="4995476" y="4367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6" name="直线箭头连接符 14">
            <a:extLst>
              <a:ext uri="{FF2B5EF4-FFF2-40B4-BE49-F238E27FC236}">
                <a16:creationId xmlns:a16="http://schemas.microsoft.com/office/drawing/2014/main" id="{D72C8241-8F05-4039-8EEE-1E5D5FF92C02}"/>
              </a:ext>
            </a:extLst>
          </p:cNvPr>
          <p:cNvCxnSpPr>
            <a:cxnSpLocks/>
            <a:stCxn id="135" idx="1"/>
          </p:cNvCxnSpPr>
          <p:nvPr/>
        </p:nvCxnSpPr>
        <p:spPr>
          <a:xfrm flipH="1">
            <a:off x="4658893" y="4579100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F32742F-00C3-4074-B9BE-7B0276F63452}"/>
              </a:ext>
            </a:extLst>
          </p:cNvPr>
          <p:cNvSpPr txBox="1"/>
          <p:nvPr/>
        </p:nvSpPr>
        <p:spPr>
          <a:xfrm>
            <a:off x="1064892" y="4983195"/>
            <a:ext cx="2138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Child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915F08A-6D74-4673-A27A-D96645EAC060}"/>
              </a:ext>
            </a:extLst>
          </p:cNvPr>
          <p:cNvCxnSpPr>
            <a:cxnSpLocks/>
            <a:stCxn id="83" idx="2"/>
            <a:endCxn id="85" idx="0"/>
          </p:cNvCxnSpPr>
          <p:nvPr/>
        </p:nvCxnSpPr>
        <p:spPr>
          <a:xfrm flipH="1">
            <a:off x="1359190" y="4165059"/>
            <a:ext cx="4901" cy="202067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DFE4958-CE33-4702-B09E-5A873294CDDA}"/>
              </a:ext>
            </a:extLst>
          </p:cNvPr>
          <p:cNvCxnSpPr>
            <a:cxnSpLocks/>
            <a:stCxn id="141" idx="0"/>
            <a:endCxn id="86" idx="2"/>
          </p:cNvCxnSpPr>
          <p:nvPr/>
        </p:nvCxnSpPr>
        <p:spPr>
          <a:xfrm flipV="1">
            <a:off x="2134352" y="4791075"/>
            <a:ext cx="0" cy="19212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8062FAD8-2D98-408D-928D-D94F6A2BEFBD}"/>
              </a:ext>
            </a:extLst>
          </p:cNvPr>
          <p:cNvSpPr txBox="1"/>
          <p:nvPr/>
        </p:nvSpPr>
        <p:spPr>
          <a:xfrm>
            <a:off x="1520898" y="3518520"/>
            <a:ext cx="2751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孙块（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Grandchild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B5259DE9-D312-4975-A15D-CD39897E731A}"/>
              </a:ext>
            </a:extLst>
          </p:cNvPr>
          <p:cNvCxnSpPr>
            <a:cxnSpLocks/>
            <a:stCxn id="142" idx="2"/>
            <a:endCxn id="87" idx="0"/>
          </p:cNvCxnSpPr>
          <p:nvPr/>
        </p:nvCxnSpPr>
        <p:spPr>
          <a:xfrm>
            <a:off x="2896628" y="3887852"/>
            <a:ext cx="12886" cy="479274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>
            <a:extLst>
              <a:ext uri="{FF2B5EF4-FFF2-40B4-BE49-F238E27FC236}">
                <a16:creationId xmlns:a16="http://schemas.microsoft.com/office/drawing/2014/main" id="{79BCB1AE-1587-45AE-B235-BDD1F1DD515C}"/>
              </a:ext>
            </a:extLst>
          </p:cNvPr>
          <p:cNvSpPr/>
          <p:nvPr/>
        </p:nvSpPr>
        <p:spPr>
          <a:xfrm>
            <a:off x="368570" y="560921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E9CAF140-4D40-4081-AED0-9233696600FC}"/>
              </a:ext>
            </a:extLst>
          </p:cNvPr>
          <p:cNvSpPr/>
          <p:nvPr/>
        </p:nvSpPr>
        <p:spPr>
          <a:xfrm>
            <a:off x="1143732" y="560921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47935616-52E5-4F9B-90F7-3D454A82AA2F}"/>
              </a:ext>
            </a:extLst>
          </p:cNvPr>
          <p:cNvSpPr/>
          <p:nvPr/>
        </p:nvSpPr>
        <p:spPr>
          <a:xfrm>
            <a:off x="1918894" y="560921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3C12CC5E-1A58-4372-82E6-6D82C410A71F}"/>
              </a:ext>
            </a:extLst>
          </p:cNvPr>
          <p:cNvSpPr/>
          <p:nvPr/>
        </p:nvSpPr>
        <p:spPr>
          <a:xfrm>
            <a:off x="2694056" y="560921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9" name="直线箭头连接符 11">
            <a:extLst>
              <a:ext uri="{FF2B5EF4-FFF2-40B4-BE49-F238E27FC236}">
                <a16:creationId xmlns:a16="http://schemas.microsoft.com/office/drawing/2014/main" id="{C46424BE-C597-4502-8026-0DD3B8AE9314}"/>
              </a:ext>
            </a:extLst>
          </p:cNvPr>
          <p:cNvCxnSpPr>
            <a:cxnSpLocks/>
          </p:cNvCxnSpPr>
          <p:nvPr/>
        </p:nvCxnSpPr>
        <p:spPr>
          <a:xfrm flipH="1">
            <a:off x="800832" y="5821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2">
            <a:extLst>
              <a:ext uri="{FF2B5EF4-FFF2-40B4-BE49-F238E27FC236}">
                <a16:creationId xmlns:a16="http://schemas.microsoft.com/office/drawing/2014/main" id="{D874A71A-D630-4174-AFDC-87CD7503AF9E}"/>
              </a:ext>
            </a:extLst>
          </p:cNvPr>
          <p:cNvCxnSpPr>
            <a:cxnSpLocks/>
          </p:cNvCxnSpPr>
          <p:nvPr/>
        </p:nvCxnSpPr>
        <p:spPr>
          <a:xfrm flipH="1">
            <a:off x="1575994" y="5821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3">
            <a:extLst>
              <a:ext uri="{FF2B5EF4-FFF2-40B4-BE49-F238E27FC236}">
                <a16:creationId xmlns:a16="http://schemas.microsoft.com/office/drawing/2014/main" id="{B17CDAE3-8492-4C84-9329-313295B7E672}"/>
              </a:ext>
            </a:extLst>
          </p:cNvPr>
          <p:cNvCxnSpPr>
            <a:cxnSpLocks/>
          </p:cNvCxnSpPr>
          <p:nvPr/>
        </p:nvCxnSpPr>
        <p:spPr>
          <a:xfrm flipH="1">
            <a:off x="2351156" y="5821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箭头连接符 14">
            <a:extLst>
              <a:ext uri="{FF2B5EF4-FFF2-40B4-BE49-F238E27FC236}">
                <a16:creationId xmlns:a16="http://schemas.microsoft.com/office/drawing/2014/main" id="{F340431E-6A16-4FA0-A857-8636DBAF43AD}"/>
              </a:ext>
            </a:extLst>
          </p:cNvPr>
          <p:cNvCxnSpPr>
            <a:cxnSpLocks/>
          </p:cNvCxnSpPr>
          <p:nvPr/>
        </p:nvCxnSpPr>
        <p:spPr>
          <a:xfrm flipH="1">
            <a:off x="3126318" y="5821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81FE8318-D048-41EA-A71E-6E5A6A1D6F9B}"/>
              </a:ext>
            </a:extLst>
          </p:cNvPr>
          <p:cNvSpPr/>
          <p:nvPr/>
        </p:nvSpPr>
        <p:spPr>
          <a:xfrm>
            <a:off x="3462901" y="560921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86ED017-92FD-4326-97B6-F20F4F08A675}"/>
              </a:ext>
            </a:extLst>
          </p:cNvPr>
          <p:cNvSpPr/>
          <p:nvPr/>
        </p:nvSpPr>
        <p:spPr>
          <a:xfrm>
            <a:off x="4231746" y="560921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5" name="直线箭头连接符 14">
            <a:extLst>
              <a:ext uri="{FF2B5EF4-FFF2-40B4-BE49-F238E27FC236}">
                <a16:creationId xmlns:a16="http://schemas.microsoft.com/office/drawing/2014/main" id="{753C0891-6F54-4167-BBD6-68B20C022C4E}"/>
              </a:ext>
            </a:extLst>
          </p:cNvPr>
          <p:cNvCxnSpPr>
            <a:cxnSpLocks/>
            <a:stCxn id="154" idx="1"/>
            <a:endCxn id="153" idx="3"/>
          </p:cNvCxnSpPr>
          <p:nvPr/>
        </p:nvCxnSpPr>
        <p:spPr>
          <a:xfrm flipH="1">
            <a:off x="3895163" y="5821185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D9A81E34-938D-4875-8B53-6C42A45BDAA4}"/>
              </a:ext>
            </a:extLst>
          </p:cNvPr>
          <p:cNvSpPr/>
          <p:nvPr/>
        </p:nvSpPr>
        <p:spPr>
          <a:xfrm>
            <a:off x="4996149" y="560921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7" name="直线箭头连接符 14">
            <a:extLst>
              <a:ext uri="{FF2B5EF4-FFF2-40B4-BE49-F238E27FC236}">
                <a16:creationId xmlns:a16="http://schemas.microsoft.com/office/drawing/2014/main" id="{8E056D4C-C35B-4F77-8638-8E3917885013}"/>
              </a:ext>
            </a:extLst>
          </p:cNvPr>
          <p:cNvCxnSpPr>
            <a:cxnSpLocks/>
            <a:stCxn id="156" idx="1"/>
          </p:cNvCxnSpPr>
          <p:nvPr/>
        </p:nvCxnSpPr>
        <p:spPr>
          <a:xfrm flipH="1">
            <a:off x="4659566" y="5821185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9F45E6A-BD64-450E-904A-21F867D2CC9D}"/>
              </a:ext>
            </a:extLst>
          </p:cNvPr>
          <p:cNvSpPr txBox="1"/>
          <p:nvPr/>
        </p:nvSpPr>
        <p:spPr>
          <a:xfrm>
            <a:off x="4916449" y="6272700"/>
            <a:ext cx="2411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叔父块（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Uncle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D1AA3302-14BD-4B28-85CE-B701AAF4E607}"/>
              </a:ext>
            </a:extLst>
          </p:cNvPr>
          <p:cNvCxnSpPr>
            <a:cxnSpLocks/>
            <a:stCxn id="158" idx="1"/>
            <a:endCxn id="163" idx="3"/>
          </p:cNvCxnSpPr>
          <p:nvPr/>
        </p:nvCxnSpPr>
        <p:spPr>
          <a:xfrm flipH="1">
            <a:off x="4658893" y="6457366"/>
            <a:ext cx="257556" cy="1335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矩形 162">
            <a:extLst>
              <a:ext uri="{FF2B5EF4-FFF2-40B4-BE49-F238E27FC236}">
                <a16:creationId xmlns:a16="http://schemas.microsoft.com/office/drawing/2014/main" id="{A1DFECD1-1B97-4AA5-A712-FCF2ED073D40}"/>
              </a:ext>
            </a:extLst>
          </p:cNvPr>
          <p:cNvSpPr/>
          <p:nvPr/>
        </p:nvSpPr>
        <p:spPr>
          <a:xfrm>
            <a:off x="4226631" y="624672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6A5F8477-4003-4A21-9CE9-2C567470858C}"/>
              </a:ext>
            </a:extLst>
          </p:cNvPr>
          <p:cNvCxnSpPr>
            <a:cxnSpLocks/>
            <a:stCxn id="163" idx="1"/>
            <a:endCxn id="153" idx="3"/>
          </p:cNvCxnSpPr>
          <p:nvPr/>
        </p:nvCxnSpPr>
        <p:spPr>
          <a:xfrm flipH="1" flipV="1">
            <a:off x="3895163" y="5821185"/>
            <a:ext cx="331468" cy="6375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 164">
            <a:extLst>
              <a:ext uri="{FF2B5EF4-FFF2-40B4-BE49-F238E27FC236}">
                <a16:creationId xmlns:a16="http://schemas.microsoft.com/office/drawing/2014/main" id="{93FE0469-9F77-4D55-AE45-9225C1AE8A42}"/>
              </a:ext>
            </a:extLst>
          </p:cNvPr>
          <p:cNvSpPr/>
          <p:nvPr/>
        </p:nvSpPr>
        <p:spPr>
          <a:xfrm>
            <a:off x="4615961" y="5146611"/>
            <a:ext cx="146105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谁的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Uncle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66" name="图片 165">
            <a:extLst>
              <a:ext uri="{FF2B5EF4-FFF2-40B4-BE49-F238E27FC236}">
                <a16:creationId xmlns:a16="http://schemas.microsoft.com/office/drawing/2014/main" id="{39B71E83-8647-4426-9FE1-14B5413CE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725" y="5032459"/>
            <a:ext cx="601662" cy="601662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551DF0BD-60F7-4BC3-A6B1-8DCAE03F0A81}"/>
              </a:ext>
            </a:extLst>
          </p:cNvPr>
          <p:cNvSpPr txBox="1"/>
          <p:nvPr/>
        </p:nvSpPr>
        <p:spPr>
          <a:xfrm>
            <a:off x="9594672" y="18874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累积了最大的算力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D4C25DC-7900-4EC8-BFDE-E6462F78F695}"/>
              </a:ext>
            </a:extLst>
          </p:cNvPr>
          <p:cNvSpPr/>
          <p:nvPr/>
        </p:nvSpPr>
        <p:spPr>
          <a:xfrm>
            <a:off x="7500464" y="4966099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6DB5749-99F0-4C8D-9306-A94DAE53FE58}"/>
              </a:ext>
            </a:extLst>
          </p:cNvPr>
          <p:cNvSpPr/>
          <p:nvPr/>
        </p:nvSpPr>
        <p:spPr>
          <a:xfrm>
            <a:off x="8275626" y="496609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BE7C821E-7663-482B-85B0-247AFEDB912E}"/>
              </a:ext>
            </a:extLst>
          </p:cNvPr>
          <p:cNvSpPr/>
          <p:nvPr/>
        </p:nvSpPr>
        <p:spPr>
          <a:xfrm>
            <a:off x="9050788" y="496609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E71EB331-2D64-41FE-9CE1-35033A91B674}"/>
              </a:ext>
            </a:extLst>
          </p:cNvPr>
          <p:cNvSpPr/>
          <p:nvPr/>
        </p:nvSpPr>
        <p:spPr>
          <a:xfrm>
            <a:off x="9825950" y="496609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2" name="直线箭头连接符 11">
            <a:extLst>
              <a:ext uri="{FF2B5EF4-FFF2-40B4-BE49-F238E27FC236}">
                <a16:creationId xmlns:a16="http://schemas.microsoft.com/office/drawing/2014/main" id="{AB9A8BF4-BEC0-4EA7-9531-89EE04E9DA33}"/>
              </a:ext>
            </a:extLst>
          </p:cNvPr>
          <p:cNvCxnSpPr>
            <a:cxnSpLocks/>
          </p:cNvCxnSpPr>
          <p:nvPr/>
        </p:nvCxnSpPr>
        <p:spPr>
          <a:xfrm flipH="1">
            <a:off x="7932726" y="51780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箭头连接符 12">
            <a:extLst>
              <a:ext uri="{FF2B5EF4-FFF2-40B4-BE49-F238E27FC236}">
                <a16:creationId xmlns:a16="http://schemas.microsoft.com/office/drawing/2014/main" id="{AC813A6C-66E7-4901-82CF-EACCA416503E}"/>
              </a:ext>
            </a:extLst>
          </p:cNvPr>
          <p:cNvCxnSpPr>
            <a:cxnSpLocks/>
          </p:cNvCxnSpPr>
          <p:nvPr/>
        </p:nvCxnSpPr>
        <p:spPr>
          <a:xfrm flipH="1">
            <a:off x="8707888" y="51780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线箭头连接符 13">
            <a:extLst>
              <a:ext uri="{FF2B5EF4-FFF2-40B4-BE49-F238E27FC236}">
                <a16:creationId xmlns:a16="http://schemas.microsoft.com/office/drawing/2014/main" id="{C512E56C-8E02-4E0D-BD59-AE07594187EA}"/>
              </a:ext>
            </a:extLst>
          </p:cNvPr>
          <p:cNvCxnSpPr>
            <a:cxnSpLocks/>
          </p:cNvCxnSpPr>
          <p:nvPr/>
        </p:nvCxnSpPr>
        <p:spPr>
          <a:xfrm flipH="1">
            <a:off x="9483050" y="51780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线箭头连接符 14">
            <a:extLst>
              <a:ext uri="{FF2B5EF4-FFF2-40B4-BE49-F238E27FC236}">
                <a16:creationId xmlns:a16="http://schemas.microsoft.com/office/drawing/2014/main" id="{F80F884B-043B-40E2-AE88-63E333BEB27C}"/>
              </a:ext>
            </a:extLst>
          </p:cNvPr>
          <p:cNvCxnSpPr>
            <a:cxnSpLocks/>
          </p:cNvCxnSpPr>
          <p:nvPr/>
        </p:nvCxnSpPr>
        <p:spPr>
          <a:xfrm flipH="1">
            <a:off x="10258212" y="51780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>
            <a:extLst>
              <a:ext uri="{FF2B5EF4-FFF2-40B4-BE49-F238E27FC236}">
                <a16:creationId xmlns:a16="http://schemas.microsoft.com/office/drawing/2014/main" id="{CA63BC23-2CA3-4A7A-B862-E0A17187834D}"/>
              </a:ext>
            </a:extLst>
          </p:cNvPr>
          <p:cNvSpPr/>
          <p:nvPr/>
        </p:nvSpPr>
        <p:spPr>
          <a:xfrm>
            <a:off x="10594795" y="496609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7481ADB-B7C8-4734-9391-F101F752A89C}"/>
              </a:ext>
            </a:extLst>
          </p:cNvPr>
          <p:cNvSpPr/>
          <p:nvPr/>
        </p:nvSpPr>
        <p:spPr>
          <a:xfrm>
            <a:off x="11363640" y="496609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8" name="直线箭头连接符 14">
            <a:extLst>
              <a:ext uri="{FF2B5EF4-FFF2-40B4-BE49-F238E27FC236}">
                <a16:creationId xmlns:a16="http://schemas.microsoft.com/office/drawing/2014/main" id="{D2B6DA40-FDBC-4F6B-AE82-3EEA6778978E}"/>
              </a:ext>
            </a:extLst>
          </p:cNvPr>
          <p:cNvCxnSpPr>
            <a:cxnSpLocks/>
            <a:stCxn id="177" idx="1"/>
            <a:endCxn id="176" idx="3"/>
          </p:cNvCxnSpPr>
          <p:nvPr/>
        </p:nvCxnSpPr>
        <p:spPr>
          <a:xfrm flipH="1">
            <a:off x="11027057" y="5178073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DA2AFAE8-5D9E-4EDA-B341-CFA8452CC970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3678359" y="4186568"/>
            <a:ext cx="0" cy="180557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A0EC50E-760C-48A3-939C-91C363B000EE}"/>
              </a:ext>
            </a:extLst>
          </p:cNvPr>
          <p:cNvSpPr txBox="1"/>
          <p:nvPr/>
        </p:nvSpPr>
        <p:spPr>
          <a:xfrm>
            <a:off x="3126318" y="3792719"/>
            <a:ext cx="2626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二代孙块（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nd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generation grandchild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F9D1452C-35E6-4F2E-992F-2F9ACA22F2E4}"/>
              </a:ext>
            </a:extLst>
          </p:cNvPr>
          <p:cNvSpPr txBox="1"/>
          <p:nvPr/>
        </p:nvSpPr>
        <p:spPr>
          <a:xfrm>
            <a:off x="6383249" y="5536990"/>
            <a:ext cx="2666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Confirmation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99D0D79-EA4F-4F60-821D-1FCC45128F81}"/>
              </a:ext>
            </a:extLst>
          </p:cNvPr>
          <p:cNvSpPr txBox="1"/>
          <p:nvPr/>
        </p:nvSpPr>
        <p:spPr>
          <a:xfrm>
            <a:off x="7992356" y="4582984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49477490-A3DF-4CAF-8843-71B9219CDBC1}"/>
              </a:ext>
            </a:extLst>
          </p:cNvPr>
          <p:cNvSpPr txBox="1"/>
          <p:nvPr/>
        </p:nvSpPr>
        <p:spPr>
          <a:xfrm>
            <a:off x="8769119" y="5526409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6882AE82-2894-42C8-8AD3-37CC3343DDDA}"/>
              </a:ext>
            </a:extLst>
          </p:cNvPr>
          <p:cNvSpPr txBox="1"/>
          <p:nvPr/>
        </p:nvSpPr>
        <p:spPr>
          <a:xfrm>
            <a:off x="9548997" y="4582984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1B66700C-5CCE-467B-8A4C-74503B9E596E}"/>
              </a:ext>
            </a:extLst>
          </p:cNvPr>
          <p:cNvSpPr txBox="1"/>
          <p:nvPr/>
        </p:nvSpPr>
        <p:spPr>
          <a:xfrm>
            <a:off x="10317842" y="5526409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94A985C5-46B5-4E29-9267-FB1DED331A66}"/>
              </a:ext>
            </a:extLst>
          </p:cNvPr>
          <p:cNvSpPr txBox="1"/>
          <p:nvPr/>
        </p:nvSpPr>
        <p:spPr>
          <a:xfrm>
            <a:off x="11086687" y="4574290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F8DE34FD-A1DD-427A-9992-F5DCA90BC0D2}"/>
              </a:ext>
            </a:extLst>
          </p:cNvPr>
          <p:cNvCxnSpPr>
            <a:cxnSpLocks/>
            <a:stCxn id="184" idx="0"/>
            <a:endCxn id="168" idx="2"/>
          </p:cNvCxnSpPr>
          <p:nvPr/>
        </p:nvCxnSpPr>
        <p:spPr>
          <a:xfrm flipV="1">
            <a:off x="7716595" y="5390048"/>
            <a:ext cx="0" cy="146942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F0650962-530D-49AA-A64A-B0521B08E246}"/>
              </a:ext>
            </a:extLst>
          </p:cNvPr>
          <p:cNvSpPr/>
          <p:nvPr/>
        </p:nvSpPr>
        <p:spPr>
          <a:xfrm>
            <a:off x="6664590" y="2651067"/>
            <a:ext cx="432262" cy="423949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75316B22-C06B-4029-B1A4-29B475D734BA}"/>
              </a:ext>
            </a:extLst>
          </p:cNvPr>
          <p:cNvSpPr/>
          <p:nvPr/>
        </p:nvSpPr>
        <p:spPr>
          <a:xfrm>
            <a:off x="7439752" y="265106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A7863CA-A827-4856-BB72-2F8298318B81}"/>
              </a:ext>
            </a:extLst>
          </p:cNvPr>
          <p:cNvSpPr/>
          <p:nvPr/>
        </p:nvSpPr>
        <p:spPr>
          <a:xfrm>
            <a:off x="8214914" y="265106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563179FD-E43C-438C-9418-E335848CCF27}"/>
              </a:ext>
            </a:extLst>
          </p:cNvPr>
          <p:cNvSpPr/>
          <p:nvPr/>
        </p:nvSpPr>
        <p:spPr>
          <a:xfrm>
            <a:off x="8990076" y="265106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97" name="直线箭头连接符 11">
            <a:extLst>
              <a:ext uri="{FF2B5EF4-FFF2-40B4-BE49-F238E27FC236}">
                <a16:creationId xmlns:a16="http://schemas.microsoft.com/office/drawing/2014/main" id="{C10B3C06-8349-4397-845F-4814E01954C6}"/>
              </a:ext>
            </a:extLst>
          </p:cNvPr>
          <p:cNvCxnSpPr>
            <a:cxnSpLocks/>
          </p:cNvCxnSpPr>
          <p:nvPr/>
        </p:nvCxnSpPr>
        <p:spPr>
          <a:xfrm flipH="1">
            <a:off x="7096852" y="286304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线箭头连接符 12">
            <a:extLst>
              <a:ext uri="{FF2B5EF4-FFF2-40B4-BE49-F238E27FC236}">
                <a16:creationId xmlns:a16="http://schemas.microsoft.com/office/drawing/2014/main" id="{F0E9FFD2-33E9-4DDB-97F2-9BDD20256C42}"/>
              </a:ext>
            </a:extLst>
          </p:cNvPr>
          <p:cNvCxnSpPr>
            <a:cxnSpLocks/>
          </p:cNvCxnSpPr>
          <p:nvPr/>
        </p:nvCxnSpPr>
        <p:spPr>
          <a:xfrm flipH="1">
            <a:off x="7872014" y="286304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箭头连接符 13">
            <a:extLst>
              <a:ext uri="{FF2B5EF4-FFF2-40B4-BE49-F238E27FC236}">
                <a16:creationId xmlns:a16="http://schemas.microsoft.com/office/drawing/2014/main" id="{D46DE9CB-BE13-4D9B-8454-4F28E70CECF2}"/>
              </a:ext>
            </a:extLst>
          </p:cNvPr>
          <p:cNvCxnSpPr>
            <a:cxnSpLocks/>
          </p:cNvCxnSpPr>
          <p:nvPr/>
        </p:nvCxnSpPr>
        <p:spPr>
          <a:xfrm flipH="1">
            <a:off x="8647176" y="286304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箭头连接符 14">
            <a:extLst>
              <a:ext uri="{FF2B5EF4-FFF2-40B4-BE49-F238E27FC236}">
                <a16:creationId xmlns:a16="http://schemas.microsoft.com/office/drawing/2014/main" id="{6B167B51-37B0-462A-AA4E-852F5DDEAF61}"/>
              </a:ext>
            </a:extLst>
          </p:cNvPr>
          <p:cNvCxnSpPr>
            <a:cxnSpLocks/>
          </p:cNvCxnSpPr>
          <p:nvPr/>
        </p:nvCxnSpPr>
        <p:spPr>
          <a:xfrm flipH="1">
            <a:off x="9422338" y="286304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矩形 200">
            <a:extLst>
              <a:ext uri="{FF2B5EF4-FFF2-40B4-BE49-F238E27FC236}">
                <a16:creationId xmlns:a16="http://schemas.microsoft.com/office/drawing/2014/main" id="{050A7FE6-A801-4DBC-9B76-E7911022A817}"/>
              </a:ext>
            </a:extLst>
          </p:cNvPr>
          <p:cNvSpPr/>
          <p:nvPr/>
        </p:nvSpPr>
        <p:spPr>
          <a:xfrm>
            <a:off x="9758921" y="265106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E5D3E026-1892-4589-AD25-CC3E132CBDA0}"/>
              </a:ext>
            </a:extLst>
          </p:cNvPr>
          <p:cNvSpPr/>
          <p:nvPr/>
        </p:nvSpPr>
        <p:spPr>
          <a:xfrm>
            <a:off x="10527766" y="265106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3" name="直线箭头连接符 14">
            <a:extLst>
              <a:ext uri="{FF2B5EF4-FFF2-40B4-BE49-F238E27FC236}">
                <a16:creationId xmlns:a16="http://schemas.microsoft.com/office/drawing/2014/main" id="{0CE07CA7-FF59-4F1D-8BB3-5514833B0ADF}"/>
              </a:ext>
            </a:extLst>
          </p:cNvPr>
          <p:cNvCxnSpPr>
            <a:cxnSpLocks/>
            <a:stCxn id="202" idx="1"/>
            <a:endCxn id="201" idx="3"/>
          </p:cNvCxnSpPr>
          <p:nvPr/>
        </p:nvCxnSpPr>
        <p:spPr>
          <a:xfrm flipH="1">
            <a:off x="10191183" y="2863041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矩形 203">
            <a:extLst>
              <a:ext uri="{FF2B5EF4-FFF2-40B4-BE49-F238E27FC236}">
                <a16:creationId xmlns:a16="http://schemas.microsoft.com/office/drawing/2014/main" id="{FB37B32B-CCA2-4848-8613-E03E6ED2995F}"/>
              </a:ext>
            </a:extLst>
          </p:cNvPr>
          <p:cNvSpPr/>
          <p:nvPr/>
        </p:nvSpPr>
        <p:spPr>
          <a:xfrm>
            <a:off x="11292169" y="265106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5" name="直线箭头连接符 14">
            <a:extLst>
              <a:ext uri="{FF2B5EF4-FFF2-40B4-BE49-F238E27FC236}">
                <a16:creationId xmlns:a16="http://schemas.microsoft.com/office/drawing/2014/main" id="{55BE98A9-ED6A-4B5D-83B7-D0B6F7B7ED68}"/>
              </a:ext>
            </a:extLst>
          </p:cNvPr>
          <p:cNvCxnSpPr>
            <a:cxnSpLocks/>
            <a:stCxn id="204" idx="1"/>
          </p:cNvCxnSpPr>
          <p:nvPr/>
        </p:nvCxnSpPr>
        <p:spPr>
          <a:xfrm flipH="1">
            <a:off x="10955586" y="2863041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文本框 205">
            <a:extLst>
              <a:ext uri="{FF2B5EF4-FFF2-40B4-BE49-F238E27FC236}">
                <a16:creationId xmlns:a16="http://schemas.microsoft.com/office/drawing/2014/main" id="{4540F39F-D5F4-4F92-9079-FF4CB435F955}"/>
              </a:ext>
            </a:extLst>
          </p:cNvPr>
          <p:cNvSpPr txBox="1"/>
          <p:nvPr/>
        </p:nvSpPr>
        <p:spPr>
          <a:xfrm>
            <a:off x="5471053" y="3238721"/>
            <a:ext cx="2826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创世纪块（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Genesis block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7BC749ED-5817-4DB0-A280-FD30D57FAB27}"/>
              </a:ext>
            </a:extLst>
          </p:cNvPr>
          <p:cNvCxnSpPr>
            <a:cxnSpLocks/>
            <a:endCxn id="193" idx="2"/>
          </p:cNvCxnSpPr>
          <p:nvPr/>
        </p:nvCxnSpPr>
        <p:spPr>
          <a:xfrm flipH="1" flipV="1">
            <a:off x="6880721" y="3075016"/>
            <a:ext cx="1996" cy="163941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>
            <a:extLst>
              <a:ext uri="{FF2B5EF4-FFF2-40B4-BE49-F238E27FC236}">
                <a16:creationId xmlns:a16="http://schemas.microsoft.com/office/drawing/2014/main" id="{FA284985-3484-46A7-B490-7EDDC98F4F62}"/>
              </a:ext>
            </a:extLst>
          </p:cNvPr>
          <p:cNvSpPr txBox="1"/>
          <p:nvPr/>
        </p:nvSpPr>
        <p:spPr>
          <a:xfrm>
            <a:off x="9200255" y="3137801"/>
            <a:ext cx="2872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高度（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Height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）：区块编号</a:t>
            </a:r>
          </a:p>
        </p:txBody>
      </p:sp>
      <p:sp>
        <p:nvSpPr>
          <p:cNvPr id="209" name="内容占位符 2">
            <a:extLst>
              <a:ext uri="{FF2B5EF4-FFF2-40B4-BE49-F238E27FC236}">
                <a16:creationId xmlns:a16="http://schemas.microsoft.com/office/drawing/2014/main" id="{0711BEEC-383F-4F66-BA3C-0E8228AE0BD2}"/>
              </a:ext>
            </a:extLst>
          </p:cNvPr>
          <p:cNvSpPr txBox="1">
            <a:spLocks/>
          </p:cNvSpPr>
          <p:nvPr/>
        </p:nvSpPr>
        <p:spPr>
          <a:xfrm>
            <a:off x="6368996" y="3884238"/>
            <a:ext cx="1602283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确认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18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69" grpId="0" animBg="1"/>
      <p:bldP spid="70" grpId="0" animBg="1"/>
      <p:bldP spid="73" grpId="0" animBg="1"/>
      <p:bldP spid="75" grpId="0" animBg="1"/>
      <p:bldP spid="77" grpId="0" animBg="1"/>
      <p:bldP spid="78" grpId="0"/>
      <p:bldP spid="79" grpId="0"/>
      <p:bldP spid="80" grpId="0"/>
      <p:bldP spid="81" grpId="0" animBg="1"/>
      <p:bldP spid="83" grpId="0"/>
      <p:bldP spid="84" grpId="0" animBg="1"/>
      <p:bldP spid="85" grpId="0" animBg="1"/>
      <p:bldP spid="86" grpId="0" animBg="1"/>
      <p:bldP spid="87" grpId="0" animBg="1"/>
      <p:bldP spid="108" grpId="0" animBg="1"/>
      <p:bldP spid="133" grpId="0" animBg="1"/>
      <p:bldP spid="135" grpId="0" animBg="1"/>
      <p:bldP spid="141" grpId="0"/>
      <p:bldP spid="142" grpId="0"/>
      <p:bldP spid="145" grpId="0" animBg="1"/>
      <p:bldP spid="146" grpId="0" animBg="1"/>
      <p:bldP spid="147" grpId="0" animBg="1"/>
      <p:bldP spid="148" grpId="0" animBg="1"/>
      <p:bldP spid="153" grpId="0" animBg="1"/>
      <p:bldP spid="154" grpId="0" animBg="1"/>
      <p:bldP spid="156" grpId="0" animBg="1"/>
      <p:bldP spid="158" grpId="0"/>
      <p:bldP spid="163" grpId="0" animBg="1"/>
      <p:bldP spid="165" grpId="0" animBg="1"/>
      <p:bldP spid="167" grpId="0"/>
      <p:bldP spid="168" grpId="0" animBg="1"/>
      <p:bldP spid="169" grpId="0" animBg="1"/>
      <p:bldP spid="170" grpId="0" animBg="1"/>
      <p:bldP spid="171" grpId="0" animBg="1"/>
      <p:bldP spid="176" grpId="0" animBg="1"/>
      <p:bldP spid="177" grpId="0" animBg="1"/>
      <p:bldP spid="183" grpId="0"/>
      <p:bldP spid="184" grpId="0"/>
      <p:bldP spid="185" grpId="0"/>
      <p:bldP spid="186" grpId="0"/>
      <p:bldP spid="187" grpId="0"/>
      <p:bldP spid="188" grpId="0"/>
      <p:bldP spid="189" grpId="0"/>
      <p:bldP spid="193" grpId="0" animBg="1"/>
      <p:bldP spid="194" grpId="0" animBg="1"/>
      <p:bldP spid="195" grpId="0" animBg="1"/>
      <p:bldP spid="196" grpId="0" animBg="1"/>
      <p:bldP spid="201" grpId="0" animBg="1"/>
      <p:bldP spid="202" grpId="0" animBg="1"/>
      <p:bldP spid="204" grpId="0" animBg="1"/>
      <p:bldP spid="206" grpId="0"/>
      <p:bldP spid="208" grpId="0"/>
      <p:bldP spid="20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确认</a:t>
            </a: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Confirmation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sp>
        <p:nvSpPr>
          <p:cNvPr id="87" name="内容占位符 2">
            <a:extLst>
              <a:ext uri="{FF2B5EF4-FFF2-40B4-BE49-F238E27FC236}">
                <a16:creationId xmlns:a16="http://schemas.microsoft.com/office/drawing/2014/main" id="{1914C4DF-79EE-4CBE-9A02-DD804299E3FD}"/>
              </a:ext>
            </a:extLst>
          </p:cNvPr>
          <p:cNvSpPr txBox="1">
            <a:spLocks/>
          </p:cNvSpPr>
          <p:nvPr/>
        </p:nvSpPr>
        <p:spPr>
          <a:xfrm>
            <a:off x="85725" y="1360377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挖矿是概率事件，因此最长合法链可能发生改变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E98B896-A6F0-4710-AA4D-782982CDF896}"/>
              </a:ext>
            </a:extLst>
          </p:cNvPr>
          <p:cNvSpPr/>
          <p:nvPr/>
        </p:nvSpPr>
        <p:spPr>
          <a:xfrm>
            <a:off x="316215" y="26277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1C83686-F658-4DEC-867F-CE7630F0B785}"/>
              </a:ext>
            </a:extLst>
          </p:cNvPr>
          <p:cNvSpPr/>
          <p:nvPr/>
        </p:nvSpPr>
        <p:spPr>
          <a:xfrm>
            <a:off x="1091377" y="26277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4396629-4412-4803-AC90-ECDD9DA9E256}"/>
              </a:ext>
            </a:extLst>
          </p:cNvPr>
          <p:cNvSpPr/>
          <p:nvPr/>
        </p:nvSpPr>
        <p:spPr>
          <a:xfrm>
            <a:off x="1866539" y="26277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E999B37-EE34-4A65-9E0E-B30DA0F7153F}"/>
              </a:ext>
            </a:extLst>
          </p:cNvPr>
          <p:cNvSpPr/>
          <p:nvPr/>
        </p:nvSpPr>
        <p:spPr>
          <a:xfrm>
            <a:off x="2641701" y="26277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2" name="直线箭头连接符 11">
            <a:extLst>
              <a:ext uri="{FF2B5EF4-FFF2-40B4-BE49-F238E27FC236}">
                <a16:creationId xmlns:a16="http://schemas.microsoft.com/office/drawing/2014/main" id="{DB627C88-2676-4EDB-9E32-DC56F0FFC147}"/>
              </a:ext>
            </a:extLst>
          </p:cNvPr>
          <p:cNvCxnSpPr>
            <a:cxnSpLocks/>
          </p:cNvCxnSpPr>
          <p:nvPr/>
        </p:nvCxnSpPr>
        <p:spPr>
          <a:xfrm flipH="1">
            <a:off x="748477" y="283972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12">
            <a:extLst>
              <a:ext uri="{FF2B5EF4-FFF2-40B4-BE49-F238E27FC236}">
                <a16:creationId xmlns:a16="http://schemas.microsoft.com/office/drawing/2014/main" id="{AE381604-19C6-4F22-9A56-FBE979B9A3D7}"/>
              </a:ext>
            </a:extLst>
          </p:cNvPr>
          <p:cNvCxnSpPr>
            <a:cxnSpLocks/>
          </p:cNvCxnSpPr>
          <p:nvPr/>
        </p:nvCxnSpPr>
        <p:spPr>
          <a:xfrm flipH="1">
            <a:off x="1523639" y="283972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13">
            <a:extLst>
              <a:ext uri="{FF2B5EF4-FFF2-40B4-BE49-F238E27FC236}">
                <a16:creationId xmlns:a16="http://schemas.microsoft.com/office/drawing/2014/main" id="{9FA1CD76-364A-4813-92ED-69244B877C24}"/>
              </a:ext>
            </a:extLst>
          </p:cNvPr>
          <p:cNvCxnSpPr>
            <a:cxnSpLocks/>
          </p:cNvCxnSpPr>
          <p:nvPr/>
        </p:nvCxnSpPr>
        <p:spPr>
          <a:xfrm flipH="1">
            <a:off x="2298801" y="283972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14">
            <a:extLst>
              <a:ext uri="{FF2B5EF4-FFF2-40B4-BE49-F238E27FC236}">
                <a16:creationId xmlns:a16="http://schemas.microsoft.com/office/drawing/2014/main" id="{527E236C-D38F-4FE7-A33B-8E53CAF227BE}"/>
              </a:ext>
            </a:extLst>
          </p:cNvPr>
          <p:cNvCxnSpPr>
            <a:cxnSpLocks/>
          </p:cNvCxnSpPr>
          <p:nvPr/>
        </p:nvCxnSpPr>
        <p:spPr>
          <a:xfrm flipH="1">
            <a:off x="3073963" y="283972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6A4BFA73-C736-4270-BD37-670612AA7DF8}"/>
              </a:ext>
            </a:extLst>
          </p:cNvPr>
          <p:cNvSpPr/>
          <p:nvPr/>
        </p:nvSpPr>
        <p:spPr>
          <a:xfrm>
            <a:off x="3410546" y="262774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21CAC5A-5E38-420A-8CE4-8149161D0985}"/>
              </a:ext>
            </a:extLst>
          </p:cNvPr>
          <p:cNvSpPr/>
          <p:nvPr/>
        </p:nvSpPr>
        <p:spPr>
          <a:xfrm>
            <a:off x="3410546" y="3307612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1C5F4870-8A39-4ECF-88A0-912D241859F3}"/>
              </a:ext>
            </a:extLst>
          </p:cNvPr>
          <p:cNvCxnSpPr>
            <a:stCxn id="97" idx="1"/>
            <a:endCxn id="91" idx="3"/>
          </p:cNvCxnSpPr>
          <p:nvPr/>
        </p:nvCxnSpPr>
        <p:spPr>
          <a:xfrm flipH="1" flipV="1">
            <a:off x="3073963" y="2839722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14">
            <a:extLst>
              <a:ext uri="{FF2B5EF4-FFF2-40B4-BE49-F238E27FC236}">
                <a16:creationId xmlns:a16="http://schemas.microsoft.com/office/drawing/2014/main" id="{3C4C1C12-8059-4624-9C75-BB8BC3DFED62}"/>
              </a:ext>
            </a:extLst>
          </p:cNvPr>
          <p:cNvCxnSpPr>
            <a:cxnSpLocks/>
          </p:cNvCxnSpPr>
          <p:nvPr/>
        </p:nvCxnSpPr>
        <p:spPr>
          <a:xfrm flipH="1">
            <a:off x="9046814" y="284320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07F8E527-8962-4A73-B6C7-BAA30A96B944}"/>
              </a:ext>
            </a:extLst>
          </p:cNvPr>
          <p:cNvSpPr/>
          <p:nvPr/>
        </p:nvSpPr>
        <p:spPr>
          <a:xfrm>
            <a:off x="4168131" y="2637392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51%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8CF761F-0FFD-4995-826B-E652EE364EEF}"/>
              </a:ext>
            </a:extLst>
          </p:cNvPr>
          <p:cNvSpPr/>
          <p:nvPr/>
        </p:nvSpPr>
        <p:spPr>
          <a:xfrm>
            <a:off x="4167334" y="3310592"/>
            <a:ext cx="432262" cy="423949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49%</a:t>
            </a:r>
            <a:endParaRPr kumimoji="1" lang="zh-CN" altLang="en-US" sz="1100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E322E91-56DD-4333-B010-1F3AB4CD0270}"/>
              </a:ext>
            </a:extLst>
          </p:cNvPr>
          <p:cNvSpPr/>
          <p:nvPr/>
        </p:nvSpPr>
        <p:spPr>
          <a:xfrm>
            <a:off x="5530741" y="262456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063FB94-4B89-4ED1-94E3-7189DCAD9993}"/>
              </a:ext>
            </a:extLst>
          </p:cNvPr>
          <p:cNvSpPr/>
          <p:nvPr/>
        </p:nvSpPr>
        <p:spPr>
          <a:xfrm>
            <a:off x="6305903" y="262456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0F75269-8F0C-4057-8FE1-E4A9DEB771C4}"/>
              </a:ext>
            </a:extLst>
          </p:cNvPr>
          <p:cNvSpPr/>
          <p:nvPr/>
        </p:nvSpPr>
        <p:spPr>
          <a:xfrm>
            <a:off x="7081065" y="262456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A4D9FC6-A1DF-4A5F-8B00-0EDCC94E4096}"/>
              </a:ext>
            </a:extLst>
          </p:cNvPr>
          <p:cNvSpPr/>
          <p:nvPr/>
        </p:nvSpPr>
        <p:spPr>
          <a:xfrm>
            <a:off x="7856227" y="262456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3" name="直线箭头连接符 11">
            <a:extLst>
              <a:ext uri="{FF2B5EF4-FFF2-40B4-BE49-F238E27FC236}">
                <a16:creationId xmlns:a16="http://schemas.microsoft.com/office/drawing/2014/main" id="{976B6790-BD2D-42C5-9545-438783BF0AB5}"/>
              </a:ext>
            </a:extLst>
          </p:cNvPr>
          <p:cNvCxnSpPr>
            <a:cxnSpLocks/>
          </p:cNvCxnSpPr>
          <p:nvPr/>
        </p:nvCxnSpPr>
        <p:spPr>
          <a:xfrm flipH="1">
            <a:off x="5963003" y="283653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箭头连接符 12">
            <a:extLst>
              <a:ext uri="{FF2B5EF4-FFF2-40B4-BE49-F238E27FC236}">
                <a16:creationId xmlns:a16="http://schemas.microsoft.com/office/drawing/2014/main" id="{A0553A81-4278-4B84-8429-F33757925192}"/>
              </a:ext>
            </a:extLst>
          </p:cNvPr>
          <p:cNvCxnSpPr>
            <a:cxnSpLocks/>
          </p:cNvCxnSpPr>
          <p:nvPr/>
        </p:nvCxnSpPr>
        <p:spPr>
          <a:xfrm flipH="1">
            <a:off x="6738165" y="283653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3">
            <a:extLst>
              <a:ext uri="{FF2B5EF4-FFF2-40B4-BE49-F238E27FC236}">
                <a16:creationId xmlns:a16="http://schemas.microsoft.com/office/drawing/2014/main" id="{A5DE5577-3ED3-4922-9747-1648ACDB1063}"/>
              </a:ext>
            </a:extLst>
          </p:cNvPr>
          <p:cNvCxnSpPr>
            <a:cxnSpLocks/>
          </p:cNvCxnSpPr>
          <p:nvPr/>
        </p:nvCxnSpPr>
        <p:spPr>
          <a:xfrm flipH="1">
            <a:off x="7513327" y="283653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箭头连接符 14">
            <a:extLst>
              <a:ext uri="{FF2B5EF4-FFF2-40B4-BE49-F238E27FC236}">
                <a16:creationId xmlns:a16="http://schemas.microsoft.com/office/drawing/2014/main" id="{8F7600C5-99D5-484F-84AB-CAB0E4A1E06C}"/>
              </a:ext>
            </a:extLst>
          </p:cNvPr>
          <p:cNvCxnSpPr>
            <a:cxnSpLocks/>
          </p:cNvCxnSpPr>
          <p:nvPr/>
        </p:nvCxnSpPr>
        <p:spPr>
          <a:xfrm flipH="1">
            <a:off x="8288489" y="283653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0E501E6E-4574-4AB1-A3DC-EF4A65E1E73E}"/>
              </a:ext>
            </a:extLst>
          </p:cNvPr>
          <p:cNvSpPr/>
          <p:nvPr/>
        </p:nvSpPr>
        <p:spPr>
          <a:xfrm>
            <a:off x="8625072" y="262456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4B9A813-3AA8-49E9-9E78-F6710E8A76E8}"/>
              </a:ext>
            </a:extLst>
          </p:cNvPr>
          <p:cNvSpPr/>
          <p:nvPr/>
        </p:nvSpPr>
        <p:spPr>
          <a:xfrm>
            <a:off x="8625072" y="330442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992E2B6F-8ED3-4057-AF5A-A23D457705AF}"/>
              </a:ext>
            </a:extLst>
          </p:cNvPr>
          <p:cNvCxnSpPr>
            <a:stCxn id="118" idx="1"/>
            <a:endCxn id="112" idx="3"/>
          </p:cNvCxnSpPr>
          <p:nvPr/>
        </p:nvCxnSpPr>
        <p:spPr>
          <a:xfrm flipH="1" flipV="1">
            <a:off x="8288489" y="2836537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2C5B733A-CBDE-490B-A89B-8DCDA42842D9}"/>
              </a:ext>
            </a:extLst>
          </p:cNvPr>
          <p:cNvSpPr/>
          <p:nvPr/>
        </p:nvSpPr>
        <p:spPr>
          <a:xfrm>
            <a:off x="9389714" y="263122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F91A7964-831C-421F-A9AD-EDA4A713F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44" y="2049958"/>
            <a:ext cx="574604" cy="574604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CBE22544-6DA4-4947-8C43-9AAA778CE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569" y="2043792"/>
            <a:ext cx="574606" cy="574606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E199651D-C943-4F89-98B9-E6D45C764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44" y="3832247"/>
            <a:ext cx="574606" cy="574606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09298489-FF40-4FE5-9CF7-EB3D7E586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168" y="3826082"/>
            <a:ext cx="574606" cy="574606"/>
          </a:xfrm>
          <a:prstGeom prst="rect">
            <a:avLst/>
          </a:prstGeom>
        </p:spPr>
      </p:pic>
      <p:cxnSp>
        <p:nvCxnSpPr>
          <p:cNvPr id="129" name="直线箭头连接符 14">
            <a:extLst>
              <a:ext uri="{FF2B5EF4-FFF2-40B4-BE49-F238E27FC236}">
                <a16:creationId xmlns:a16="http://schemas.microsoft.com/office/drawing/2014/main" id="{C7A6404B-7C8A-4D59-9E46-E515F9F86060}"/>
              </a:ext>
            </a:extLst>
          </p:cNvPr>
          <p:cNvCxnSpPr>
            <a:cxnSpLocks/>
          </p:cNvCxnSpPr>
          <p:nvPr/>
        </p:nvCxnSpPr>
        <p:spPr>
          <a:xfrm flipH="1">
            <a:off x="3832288" y="461882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FD289D1A-5CD9-45D8-BB83-21EEA6972475}"/>
              </a:ext>
            </a:extLst>
          </p:cNvPr>
          <p:cNvSpPr/>
          <p:nvPr/>
        </p:nvSpPr>
        <p:spPr>
          <a:xfrm>
            <a:off x="316215" y="440018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A2FB948F-8D6A-4D02-996B-00AC86A5446D}"/>
              </a:ext>
            </a:extLst>
          </p:cNvPr>
          <p:cNvSpPr/>
          <p:nvPr/>
        </p:nvSpPr>
        <p:spPr>
          <a:xfrm>
            <a:off x="1091377" y="440018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21EC0FC-824C-4897-83E6-49F8E6B1D2EB}"/>
              </a:ext>
            </a:extLst>
          </p:cNvPr>
          <p:cNvSpPr/>
          <p:nvPr/>
        </p:nvSpPr>
        <p:spPr>
          <a:xfrm>
            <a:off x="1866539" y="440018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07420C59-41DF-4A8E-B1A4-B4F97AB77C03}"/>
              </a:ext>
            </a:extLst>
          </p:cNvPr>
          <p:cNvSpPr/>
          <p:nvPr/>
        </p:nvSpPr>
        <p:spPr>
          <a:xfrm>
            <a:off x="2641701" y="440018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4" name="直线箭头连接符 11">
            <a:extLst>
              <a:ext uri="{FF2B5EF4-FFF2-40B4-BE49-F238E27FC236}">
                <a16:creationId xmlns:a16="http://schemas.microsoft.com/office/drawing/2014/main" id="{21DE82C9-F354-45E1-ACF2-240154871154}"/>
              </a:ext>
            </a:extLst>
          </p:cNvPr>
          <p:cNvCxnSpPr>
            <a:cxnSpLocks/>
          </p:cNvCxnSpPr>
          <p:nvPr/>
        </p:nvCxnSpPr>
        <p:spPr>
          <a:xfrm flipH="1">
            <a:off x="748477" y="461216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线箭头连接符 12">
            <a:extLst>
              <a:ext uri="{FF2B5EF4-FFF2-40B4-BE49-F238E27FC236}">
                <a16:creationId xmlns:a16="http://schemas.microsoft.com/office/drawing/2014/main" id="{F717F342-E531-4B67-A8E7-96DB0A19BF99}"/>
              </a:ext>
            </a:extLst>
          </p:cNvPr>
          <p:cNvCxnSpPr>
            <a:cxnSpLocks/>
          </p:cNvCxnSpPr>
          <p:nvPr/>
        </p:nvCxnSpPr>
        <p:spPr>
          <a:xfrm flipH="1">
            <a:off x="1523639" y="461216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">
            <a:extLst>
              <a:ext uri="{FF2B5EF4-FFF2-40B4-BE49-F238E27FC236}">
                <a16:creationId xmlns:a16="http://schemas.microsoft.com/office/drawing/2014/main" id="{57906292-3410-4D98-9115-D762712A0858}"/>
              </a:ext>
            </a:extLst>
          </p:cNvPr>
          <p:cNvCxnSpPr>
            <a:cxnSpLocks/>
          </p:cNvCxnSpPr>
          <p:nvPr/>
        </p:nvCxnSpPr>
        <p:spPr>
          <a:xfrm flipH="1">
            <a:off x="2298801" y="461216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4">
            <a:extLst>
              <a:ext uri="{FF2B5EF4-FFF2-40B4-BE49-F238E27FC236}">
                <a16:creationId xmlns:a16="http://schemas.microsoft.com/office/drawing/2014/main" id="{2C7D7504-7CB7-4AB3-8676-EDFD93E85902}"/>
              </a:ext>
            </a:extLst>
          </p:cNvPr>
          <p:cNvCxnSpPr>
            <a:cxnSpLocks/>
          </p:cNvCxnSpPr>
          <p:nvPr/>
        </p:nvCxnSpPr>
        <p:spPr>
          <a:xfrm flipH="1">
            <a:off x="3073963" y="461216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>
            <a:extLst>
              <a:ext uri="{FF2B5EF4-FFF2-40B4-BE49-F238E27FC236}">
                <a16:creationId xmlns:a16="http://schemas.microsoft.com/office/drawing/2014/main" id="{2168BB21-539C-4247-AA92-BE982B5D2B2E}"/>
              </a:ext>
            </a:extLst>
          </p:cNvPr>
          <p:cNvSpPr/>
          <p:nvPr/>
        </p:nvSpPr>
        <p:spPr>
          <a:xfrm>
            <a:off x="3410546" y="440018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4F06318-20F6-4D3B-936F-EAF8F0213F2C}"/>
              </a:ext>
            </a:extLst>
          </p:cNvPr>
          <p:cNvSpPr/>
          <p:nvPr/>
        </p:nvSpPr>
        <p:spPr>
          <a:xfrm>
            <a:off x="3410546" y="508005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7FCC5C2-6079-4F95-AD90-BA8B66E276B3}"/>
              </a:ext>
            </a:extLst>
          </p:cNvPr>
          <p:cNvCxnSpPr>
            <a:stCxn id="139" idx="1"/>
            <a:endCxn id="133" idx="3"/>
          </p:cNvCxnSpPr>
          <p:nvPr/>
        </p:nvCxnSpPr>
        <p:spPr>
          <a:xfrm flipH="1" flipV="1">
            <a:off x="3073963" y="4612163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>
            <a:extLst>
              <a:ext uri="{FF2B5EF4-FFF2-40B4-BE49-F238E27FC236}">
                <a16:creationId xmlns:a16="http://schemas.microsoft.com/office/drawing/2014/main" id="{F64C5E43-96E3-40F6-9488-DEDDE02AB0DC}"/>
              </a:ext>
            </a:extLst>
          </p:cNvPr>
          <p:cNvSpPr/>
          <p:nvPr/>
        </p:nvSpPr>
        <p:spPr>
          <a:xfrm>
            <a:off x="4175188" y="440685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2" name="直线箭头连接符 14">
            <a:extLst>
              <a:ext uri="{FF2B5EF4-FFF2-40B4-BE49-F238E27FC236}">
                <a16:creationId xmlns:a16="http://schemas.microsoft.com/office/drawing/2014/main" id="{D25D376A-597E-4B34-A490-A6C9B276DE6B}"/>
              </a:ext>
            </a:extLst>
          </p:cNvPr>
          <p:cNvCxnSpPr>
            <a:cxnSpLocks/>
          </p:cNvCxnSpPr>
          <p:nvPr/>
        </p:nvCxnSpPr>
        <p:spPr>
          <a:xfrm flipH="1">
            <a:off x="9046814" y="461266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1F282013-042C-4E46-9866-6587B847A8EA}"/>
              </a:ext>
            </a:extLst>
          </p:cNvPr>
          <p:cNvSpPr/>
          <p:nvPr/>
        </p:nvSpPr>
        <p:spPr>
          <a:xfrm>
            <a:off x="5530741" y="439402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3770051-4C18-47AE-B47E-85D223636B47}"/>
              </a:ext>
            </a:extLst>
          </p:cNvPr>
          <p:cNvSpPr/>
          <p:nvPr/>
        </p:nvSpPr>
        <p:spPr>
          <a:xfrm>
            <a:off x="6305903" y="439402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9C8574F-4AEE-49A6-B54E-CACF091D321A}"/>
              </a:ext>
            </a:extLst>
          </p:cNvPr>
          <p:cNvSpPr/>
          <p:nvPr/>
        </p:nvSpPr>
        <p:spPr>
          <a:xfrm>
            <a:off x="7081065" y="439402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452D61DA-59F1-4037-AF13-EFDC8FF1FCC4}"/>
              </a:ext>
            </a:extLst>
          </p:cNvPr>
          <p:cNvSpPr/>
          <p:nvPr/>
        </p:nvSpPr>
        <p:spPr>
          <a:xfrm>
            <a:off x="7856227" y="439402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7" name="直线箭头连接符 11">
            <a:extLst>
              <a:ext uri="{FF2B5EF4-FFF2-40B4-BE49-F238E27FC236}">
                <a16:creationId xmlns:a16="http://schemas.microsoft.com/office/drawing/2014/main" id="{E8EE8233-FCD2-41FD-902C-D8FD4BB6BC57}"/>
              </a:ext>
            </a:extLst>
          </p:cNvPr>
          <p:cNvCxnSpPr>
            <a:cxnSpLocks/>
          </p:cNvCxnSpPr>
          <p:nvPr/>
        </p:nvCxnSpPr>
        <p:spPr>
          <a:xfrm flipH="1">
            <a:off x="5963003" y="460599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2">
            <a:extLst>
              <a:ext uri="{FF2B5EF4-FFF2-40B4-BE49-F238E27FC236}">
                <a16:creationId xmlns:a16="http://schemas.microsoft.com/office/drawing/2014/main" id="{DFB3E083-523F-4ED1-94D5-44D89AFBD0DE}"/>
              </a:ext>
            </a:extLst>
          </p:cNvPr>
          <p:cNvCxnSpPr>
            <a:cxnSpLocks/>
          </p:cNvCxnSpPr>
          <p:nvPr/>
        </p:nvCxnSpPr>
        <p:spPr>
          <a:xfrm flipH="1">
            <a:off x="6738165" y="460599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3">
            <a:extLst>
              <a:ext uri="{FF2B5EF4-FFF2-40B4-BE49-F238E27FC236}">
                <a16:creationId xmlns:a16="http://schemas.microsoft.com/office/drawing/2014/main" id="{C7F3FE58-2C5E-46DE-808A-ED1A13398932}"/>
              </a:ext>
            </a:extLst>
          </p:cNvPr>
          <p:cNvCxnSpPr>
            <a:cxnSpLocks/>
          </p:cNvCxnSpPr>
          <p:nvPr/>
        </p:nvCxnSpPr>
        <p:spPr>
          <a:xfrm flipH="1">
            <a:off x="7513327" y="460599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">
            <a:extLst>
              <a:ext uri="{FF2B5EF4-FFF2-40B4-BE49-F238E27FC236}">
                <a16:creationId xmlns:a16="http://schemas.microsoft.com/office/drawing/2014/main" id="{7AC69953-F2A9-46CA-9573-3C8FAFE0B924}"/>
              </a:ext>
            </a:extLst>
          </p:cNvPr>
          <p:cNvCxnSpPr>
            <a:cxnSpLocks/>
          </p:cNvCxnSpPr>
          <p:nvPr/>
        </p:nvCxnSpPr>
        <p:spPr>
          <a:xfrm flipH="1">
            <a:off x="8288489" y="460599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9263E7A6-B568-4CAB-AB30-71DBC4707310}"/>
              </a:ext>
            </a:extLst>
          </p:cNvPr>
          <p:cNvSpPr/>
          <p:nvPr/>
        </p:nvSpPr>
        <p:spPr>
          <a:xfrm>
            <a:off x="8625072" y="439402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3E942978-4BF4-4B4C-A7D0-8939A8F16447}"/>
              </a:ext>
            </a:extLst>
          </p:cNvPr>
          <p:cNvSpPr/>
          <p:nvPr/>
        </p:nvSpPr>
        <p:spPr>
          <a:xfrm>
            <a:off x="8625072" y="507388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09A12B6-3407-4C04-807A-A01E3B500994}"/>
              </a:ext>
            </a:extLst>
          </p:cNvPr>
          <p:cNvCxnSpPr>
            <a:stCxn id="152" idx="1"/>
            <a:endCxn id="146" idx="3"/>
          </p:cNvCxnSpPr>
          <p:nvPr/>
        </p:nvCxnSpPr>
        <p:spPr>
          <a:xfrm flipH="1" flipV="1">
            <a:off x="8288489" y="4605998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D4C1B310-D781-4316-95F4-FC1F5BA9810F}"/>
              </a:ext>
            </a:extLst>
          </p:cNvPr>
          <p:cNvSpPr/>
          <p:nvPr/>
        </p:nvSpPr>
        <p:spPr>
          <a:xfrm>
            <a:off x="9389714" y="440068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ABEA844F-F41F-4125-A34C-60A0D8407B3A}"/>
              </a:ext>
            </a:extLst>
          </p:cNvPr>
          <p:cNvSpPr/>
          <p:nvPr/>
        </p:nvSpPr>
        <p:spPr>
          <a:xfrm>
            <a:off x="4185708" y="508005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6" name="直线箭头连接符 14">
            <a:extLst>
              <a:ext uri="{FF2B5EF4-FFF2-40B4-BE49-F238E27FC236}">
                <a16:creationId xmlns:a16="http://schemas.microsoft.com/office/drawing/2014/main" id="{B7BDA965-E4C3-468D-9E90-BB0060A1B56C}"/>
              </a:ext>
            </a:extLst>
          </p:cNvPr>
          <p:cNvCxnSpPr>
            <a:cxnSpLocks/>
          </p:cNvCxnSpPr>
          <p:nvPr/>
        </p:nvCxnSpPr>
        <p:spPr>
          <a:xfrm flipH="1">
            <a:off x="3842808" y="53067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矩形 156">
            <a:extLst>
              <a:ext uri="{FF2B5EF4-FFF2-40B4-BE49-F238E27FC236}">
                <a16:creationId xmlns:a16="http://schemas.microsoft.com/office/drawing/2014/main" id="{677F1183-4159-4D63-85BB-E1832B014A87}"/>
              </a:ext>
            </a:extLst>
          </p:cNvPr>
          <p:cNvSpPr/>
          <p:nvPr/>
        </p:nvSpPr>
        <p:spPr>
          <a:xfrm>
            <a:off x="9400234" y="507388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8" name="直线箭头连接符 14">
            <a:extLst>
              <a:ext uri="{FF2B5EF4-FFF2-40B4-BE49-F238E27FC236}">
                <a16:creationId xmlns:a16="http://schemas.microsoft.com/office/drawing/2014/main" id="{7037700D-8D88-4D7C-8026-1C213C47290E}"/>
              </a:ext>
            </a:extLst>
          </p:cNvPr>
          <p:cNvCxnSpPr>
            <a:cxnSpLocks/>
          </p:cNvCxnSpPr>
          <p:nvPr/>
        </p:nvCxnSpPr>
        <p:spPr>
          <a:xfrm flipH="1">
            <a:off x="9057334" y="530059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 158">
            <a:extLst>
              <a:ext uri="{FF2B5EF4-FFF2-40B4-BE49-F238E27FC236}">
                <a16:creationId xmlns:a16="http://schemas.microsoft.com/office/drawing/2014/main" id="{A7E243B7-9B68-4A59-9C7B-74516B7A647F}"/>
              </a:ext>
            </a:extLst>
          </p:cNvPr>
          <p:cNvSpPr/>
          <p:nvPr/>
        </p:nvSpPr>
        <p:spPr>
          <a:xfrm>
            <a:off x="10175396" y="507388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0" name="直线箭头连接符 14">
            <a:extLst>
              <a:ext uri="{FF2B5EF4-FFF2-40B4-BE49-F238E27FC236}">
                <a16:creationId xmlns:a16="http://schemas.microsoft.com/office/drawing/2014/main" id="{E9027A06-96C3-4447-9C13-7CB03ABA8C57}"/>
              </a:ext>
            </a:extLst>
          </p:cNvPr>
          <p:cNvCxnSpPr>
            <a:cxnSpLocks/>
          </p:cNvCxnSpPr>
          <p:nvPr/>
        </p:nvCxnSpPr>
        <p:spPr>
          <a:xfrm flipH="1">
            <a:off x="9832496" y="530059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4C0DAB90-6C82-45CB-8450-8103628C5114}"/>
              </a:ext>
            </a:extLst>
          </p:cNvPr>
          <p:cNvSpPr txBox="1"/>
          <p:nvPr/>
        </p:nvSpPr>
        <p:spPr>
          <a:xfrm>
            <a:off x="9822820" y="26672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最长合法链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8A57C50-54C3-4D4A-911E-78FF122FCCF4}"/>
              </a:ext>
            </a:extLst>
          </p:cNvPr>
          <p:cNvSpPr txBox="1"/>
          <p:nvPr/>
        </p:nvSpPr>
        <p:spPr>
          <a:xfrm>
            <a:off x="10680901" y="51011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最长合法链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A8931FDF-25F9-4135-8E22-050BB72C9C83}"/>
              </a:ext>
            </a:extLst>
          </p:cNvPr>
          <p:cNvSpPr txBox="1"/>
          <p:nvPr/>
        </p:nvSpPr>
        <p:spPr>
          <a:xfrm>
            <a:off x="3264238" y="204995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6D840A91-B61B-49F9-89A5-C5B9E76C20BE}"/>
              </a:ext>
            </a:extLst>
          </p:cNvPr>
          <p:cNvCxnSpPr>
            <a:cxnSpLocks/>
            <a:stCxn id="163" idx="2"/>
            <a:endCxn id="96" idx="0"/>
          </p:cNvCxnSpPr>
          <p:nvPr/>
        </p:nvCxnSpPr>
        <p:spPr>
          <a:xfrm>
            <a:off x="3626677" y="2419290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35888A8-5D5F-4370-ABD5-FF006C1A40A5}"/>
              </a:ext>
            </a:extLst>
          </p:cNvPr>
          <p:cNvSpPr txBox="1"/>
          <p:nvPr/>
        </p:nvSpPr>
        <p:spPr>
          <a:xfrm>
            <a:off x="8485788" y="206036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F9D572D3-C5EB-495F-AB60-3724649C696B}"/>
              </a:ext>
            </a:extLst>
          </p:cNvPr>
          <p:cNvCxnSpPr>
            <a:cxnSpLocks/>
            <a:stCxn id="168" idx="2"/>
          </p:cNvCxnSpPr>
          <p:nvPr/>
        </p:nvCxnSpPr>
        <p:spPr>
          <a:xfrm>
            <a:off x="8848227" y="2429697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06418F68-7C4A-467E-B829-2014483D9CBC}"/>
              </a:ext>
            </a:extLst>
          </p:cNvPr>
          <p:cNvSpPr txBox="1"/>
          <p:nvPr/>
        </p:nvSpPr>
        <p:spPr>
          <a:xfrm>
            <a:off x="3280513" y="3828029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CC60BBEF-AE9B-4BC4-AC5B-2B74C8619B1D}"/>
              </a:ext>
            </a:extLst>
          </p:cNvPr>
          <p:cNvCxnSpPr>
            <a:cxnSpLocks/>
            <a:stCxn id="170" idx="2"/>
          </p:cNvCxnSpPr>
          <p:nvPr/>
        </p:nvCxnSpPr>
        <p:spPr>
          <a:xfrm>
            <a:off x="3642952" y="4197361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6E6D2CF-F32C-4519-A6DC-639192804CA4}"/>
              </a:ext>
            </a:extLst>
          </p:cNvPr>
          <p:cNvSpPr txBox="1"/>
          <p:nvPr/>
        </p:nvSpPr>
        <p:spPr>
          <a:xfrm>
            <a:off x="8485788" y="381715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A0EAE99A-93E7-4E29-A27A-906A6E0D584D}"/>
              </a:ext>
            </a:extLst>
          </p:cNvPr>
          <p:cNvCxnSpPr>
            <a:cxnSpLocks/>
            <a:stCxn id="172" idx="2"/>
          </p:cNvCxnSpPr>
          <p:nvPr/>
        </p:nvCxnSpPr>
        <p:spPr>
          <a:xfrm>
            <a:off x="8848227" y="4186488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本框 174">
            <a:extLst>
              <a:ext uri="{FF2B5EF4-FFF2-40B4-BE49-F238E27FC236}">
                <a16:creationId xmlns:a16="http://schemas.microsoft.com/office/drawing/2014/main" id="{8A966550-6401-4ACE-B4C3-B49A0A16C057}"/>
              </a:ext>
            </a:extLst>
          </p:cNvPr>
          <p:cNvSpPr txBox="1"/>
          <p:nvPr/>
        </p:nvSpPr>
        <p:spPr>
          <a:xfrm>
            <a:off x="510188" y="5827162"/>
            <a:ext cx="6137531" cy="707886"/>
          </a:xfrm>
          <a:prstGeom prst="rect">
            <a:avLst/>
          </a:prstGeom>
          <a:noFill/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短期内，转账交易可能因为分叉问题导致交易回滚！</a:t>
            </a:r>
            <a:endParaRPr kumimoji="1" lang="en-US" altLang="zh-CN" sz="200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kumimoji="1"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交易需等待一定数量的</a:t>
            </a:r>
            <a:r>
              <a:rPr kumimoji="1" lang="zh-CN" altLang="en-US" sz="2000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确认区块</a:t>
            </a:r>
            <a:r>
              <a:rPr kumimoji="1"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后才能保证不会回滚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CCC7C3F-9463-4A5E-B470-991F24AE3F7D}"/>
              </a:ext>
            </a:extLst>
          </p:cNvPr>
          <p:cNvSpPr txBox="1"/>
          <p:nvPr/>
        </p:nvSpPr>
        <p:spPr>
          <a:xfrm>
            <a:off x="9210666" y="38188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交易回滚</a:t>
            </a:r>
          </a:p>
        </p:txBody>
      </p:sp>
      <p:sp>
        <p:nvSpPr>
          <p:cNvPr id="177" name="乘号 176">
            <a:extLst>
              <a:ext uri="{FF2B5EF4-FFF2-40B4-BE49-F238E27FC236}">
                <a16:creationId xmlns:a16="http://schemas.microsoft.com/office/drawing/2014/main" id="{171692D5-3BB0-4CE2-8405-C990082E0704}"/>
              </a:ext>
            </a:extLst>
          </p:cNvPr>
          <p:cNvSpPr/>
          <p:nvPr/>
        </p:nvSpPr>
        <p:spPr>
          <a:xfrm>
            <a:off x="8546046" y="3686166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342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 animBg="1"/>
      <p:bldP spid="89" grpId="0" animBg="1"/>
      <p:bldP spid="90" grpId="0" animBg="1"/>
      <p:bldP spid="91" grpId="0" animBg="1"/>
      <p:bldP spid="96" grpId="0" animBg="1"/>
      <p:bldP spid="97" grpId="0" animBg="1"/>
      <p:bldP spid="101" grpId="0" animBg="1"/>
      <p:bldP spid="103" grpId="0" animBg="1"/>
      <p:bldP spid="109" grpId="0" animBg="1"/>
      <p:bldP spid="110" grpId="0" animBg="1"/>
      <p:bldP spid="111" grpId="0" animBg="1"/>
      <p:bldP spid="112" grpId="0" animBg="1"/>
      <p:bldP spid="117" grpId="0" animBg="1"/>
      <p:bldP spid="118" grpId="0" animBg="1"/>
      <p:bldP spid="120" grpId="0" animBg="1"/>
      <p:bldP spid="130" grpId="0" animBg="1"/>
      <p:bldP spid="131" grpId="0" animBg="1"/>
      <p:bldP spid="132" grpId="0" animBg="1"/>
      <p:bldP spid="133" grpId="0" animBg="1"/>
      <p:bldP spid="138" grpId="0" animBg="1"/>
      <p:bldP spid="139" grpId="0" animBg="1"/>
      <p:bldP spid="141" grpId="0" animBg="1"/>
      <p:bldP spid="143" grpId="0" animBg="1"/>
      <p:bldP spid="144" grpId="0" animBg="1"/>
      <p:bldP spid="145" grpId="0" animBg="1"/>
      <p:bldP spid="146" grpId="0" animBg="1"/>
      <p:bldP spid="151" grpId="0" animBg="1"/>
      <p:bldP spid="152" grpId="0" animBg="1"/>
      <p:bldP spid="154" grpId="0" animBg="1"/>
      <p:bldP spid="155" grpId="0" animBg="1"/>
      <p:bldP spid="157" grpId="0" animBg="1"/>
      <p:bldP spid="159" grpId="0" animBg="1"/>
      <p:bldP spid="161" grpId="0"/>
      <p:bldP spid="162" grpId="0"/>
      <p:bldP spid="163" grpId="0"/>
      <p:bldP spid="168" grpId="0"/>
      <p:bldP spid="170" grpId="0"/>
      <p:bldP spid="172" grpId="0"/>
      <p:bldP spid="175" grpId="0" animBg="1"/>
      <p:bldP spid="176" grpId="0"/>
      <p:bldP spid="17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确认</a:t>
            </a: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Confirmation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  <p:sp>
        <p:nvSpPr>
          <p:cNvPr id="87" name="内容占位符 2">
            <a:extLst>
              <a:ext uri="{FF2B5EF4-FFF2-40B4-BE49-F238E27FC236}">
                <a16:creationId xmlns:a16="http://schemas.microsoft.com/office/drawing/2014/main" id="{1914C4DF-79EE-4CBE-9A02-DD804299E3FD}"/>
              </a:ext>
            </a:extLst>
          </p:cNvPr>
          <p:cNvSpPr txBox="1">
            <a:spLocks/>
          </p:cNvSpPr>
          <p:nvPr/>
        </p:nvSpPr>
        <p:spPr>
          <a:xfrm>
            <a:off x="85725" y="1360377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新区块是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次确认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1" name="内容占位符 2">
            <a:extLst>
              <a:ext uri="{FF2B5EF4-FFF2-40B4-BE49-F238E27FC236}">
                <a16:creationId xmlns:a16="http://schemas.microsoft.com/office/drawing/2014/main" id="{A20FE5F2-BA55-4D18-BA19-3A9E97692D0F}"/>
              </a:ext>
            </a:extLst>
          </p:cNvPr>
          <p:cNvSpPr txBox="1">
            <a:spLocks/>
          </p:cNvSpPr>
          <p:nvPr/>
        </p:nvSpPr>
        <p:spPr>
          <a:xfrm>
            <a:off x="85725" y="2017699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未上链的交易称为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未确认的交易（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Unconfirmed Transactions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02F71EB-6738-4DE7-8D68-5C2C993388F8}"/>
              </a:ext>
            </a:extLst>
          </p:cNvPr>
          <p:cNvSpPr/>
          <p:nvPr/>
        </p:nvSpPr>
        <p:spPr>
          <a:xfrm>
            <a:off x="4029295" y="3118392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8778355-FF84-4917-BF01-B78C9BF007C4}"/>
              </a:ext>
            </a:extLst>
          </p:cNvPr>
          <p:cNvSpPr/>
          <p:nvPr/>
        </p:nvSpPr>
        <p:spPr>
          <a:xfrm>
            <a:off x="4804457" y="311839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C20A002-4D88-40E2-A29C-13D23A51A908}"/>
              </a:ext>
            </a:extLst>
          </p:cNvPr>
          <p:cNvSpPr/>
          <p:nvPr/>
        </p:nvSpPr>
        <p:spPr>
          <a:xfrm>
            <a:off x="5579619" y="311839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88DC826-5BBE-49D7-828C-F48E28577B40}"/>
              </a:ext>
            </a:extLst>
          </p:cNvPr>
          <p:cNvSpPr/>
          <p:nvPr/>
        </p:nvSpPr>
        <p:spPr>
          <a:xfrm>
            <a:off x="6354781" y="311839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6" name="直线箭头连接符 11">
            <a:extLst>
              <a:ext uri="{FF2B5EF4-FFF2-40B4-BE49-F238E27FC236}">
                <a16:creationId xmlns:a16="http://schemas.microsoft.com/office/drawing/2014/main" id="{C4607FE8-26FA-46C9-A75E-E7D393C75115}"/>
              </a:ext>
            </a:extLst>
          </p:cNvPr>
          <p:cNvCxnSpPr>
            <a:cxnSpLocks/>
          </p:cNvCxnSpPr>
          <p:nvPr/>
        </p:nvCxnSpPr>
        <p:spPr>
          <a:xfrm flipH="1">
            <a:off x="4461557" y="33303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12">
            <a:extLst>
              <a:ext uri="{FF2B5EF4-FFF2-40B4-BE49-F238E27FC236}">
                <a16:creationId xmlns:a16="http://schemas.microsoft.com/office/drawing/2014/main" id="{C188FC16-8D7E-4B61-ABFF-C01ADA8D30C2}"/>
              </a:ext>
            </a:extLst>
          </p:cNvPr>
          <p:cNvCxnSpPr>
            <a:cxnSpLocks/>
          </p:cNvCxnSpPr>
          <p:nvPr/>
        </p:nvCxnSpPr>
        <p:spPr>
          <a:xfrm flipH="1">
            <a:off x="5236719" y="33303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3">
            <a:extLst>
              <a:ext uri="{FF2B5EF4-FFF2-40B4-BE49-F238E27FC236}">
                <a16:creationId xmlns:a16="http://schemas.microsoft.com/office/drawing/2014/main" id="{1038FCEB-AA14-4381-925D-D2D34555EA31}"/>
              </a:ext>
            </a:extLst>
          </p:cNvPr>
          <p:cNvCxnSpPr>
            <a:cxnSpLocks/>
          </p:cNvCxnSpPr>
          <p:nvPr/>
        </p:nvCxnSpPr>
        <p:spPr>
          <a:xfrm flipH="1">
            <a:off x="6011881" y="33303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4">
            <a:extLst>
              <a:ext uri="{FF2B5EF4-FFF2-40B4-BE49-F238E27FC236}">
                <a16:creationId xmlns:a16="http://schemas.microsoft.com/office/drawing/2014/main" id="{261B7BB9-9DDF-469F-9B9D-740A0283C3B4}"/>
              </a:ext>
            </a:extLst>
          </p:cNvPr>
          <p:cNvCxnSpPr>
            <a:cxnSpLocks/>
          </p:cNvCxnSpPr>
          <p:nvPr/>
        </p:nvCxnSpPr>
        <p:spPr>
          <a:xfrm flipH="1">
            <a:off x="6787043" y="33303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D4E826E5-703E-4727-A593-2B3B220A3B04}"/>
              </a:ext>
            </a:extLst>
          </p:cNvPr>
          <p:cNvSpPr/>
          <p:nvPr/>
        </p:nvSpPr>
        <p:spPr>
          <a:xfrm>
            <a:off x="7123626" y="31183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FD69F343-19F6-4660-82DC-16FD76126807}"/>
              </a:ext>
            </a:extLst>
          </p:cNvPr>
          <p:cNvSpPr/>
          <p:nvPr/>
        </p:nvSpPr>
        <p:spPr>
          <a:xfrm>
            <a:off x="7892471" y="31183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7" name="直线箭头连接符 14">
            <a:extLst>
              <a:ext uri="{FF2B5EF4-FFF2-40B4-BE49-F238E27FC236}">
                <a16:creationId xmlns:a16="http://schemas.microsoft.com/office/drawing/2014/main" id="{60092C33-76E2-40EC-B9FF-723A6324B431}"/>
              </a:ext>
            </a:extLst>
          </p:cNvPr>
          <p:cNvCxnSpPr>
            <a:cxnSpLocks/>
            <a:stCxn id="106" idx="1"/>
            <a:endCxn id="105" idx="3"/>
          </p:cNvCxnSpPr>
          <p:nvPr/>
        </p:nvCxnSpPr>
        <p:spPr>
          <a:xfrm flipH="1">
            <a:off x="7555888" y="3330366"/>
            <a:ext cx="3365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4F8FDD0-770A-4F6B-B8E3-B914F348B67A}"/>
              </a:ext>
            </a:extLst>
          </p:cNvPr>
          <p:cNvSpPr txBox="1"/>
          <p:nvPr/>
        </p:nvSpPr>
        <p:spPr>
          <a:xfrm>
            <a:off x="2912080" y="3689283"/>
            <a:ext cx="2666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Confirmation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491B90B-0284-48DE-B612-A9DB0D647E85}"/>
              </a:ext>
            </a:extLst>
          </p:cNvPr>
          <p:cNvSpPr txBox="1"/>
          <p:nvPr/>
        </p:nvSpPr>
        <p:spPr>
          <a:xfrm>
            <a:off x="4521187" y="2735277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9861D7FD-C226-4DC1-9FB8-84F0712EAF81}"/>
              </a:ext>
            </a:extLst>
          </p:cNvPr>
          <p:cNvSpPr txBox="1"/>
          <p:nvPr/>
        </p:nvSpPr>
        <p:spPr>
          <a:xfrm>
            <a:off x="5297950" y="3678702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C9D2A3C-2F57-42BA-B15A-CA8A7DB42181}"/>
              </a:ext>
            </a:extLst>
          </p:cNvPr>
          <p:cNvSpPr txBox="1"/>
          <p:nvPr/>
        </p:nvSpPr>
        <p:spPr>
          <a:xfrm>
            <a:off x="6077828" y="2735277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8BA5C8DA-FB86-4B3C-BDEF-B089C4C68353}"/>
              </a:ext>
            </a:extLst>
          </p:cNvPr>
          <p:cNvSpPr txBox="1"/>
          <p:nvPr/>
        </p:nvSpPr>
        <p:spPr>
          <a:xfrm>
            <a:off x="6846673" y="3678702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654A8545-E67E-4C30-82FA-2B94D4D4E5F4}"/>
              </a:ext>
            </a:extLst>
          </p:cNvPr>
          <p:cNvSpPr txBox="1"/>
          <p:nvPr/>
        </p:nvSpPr>
        <p:spPr>
          <a:xfrm>
            <a:off x="7615518" y="272658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51331003-EE85-4E93-AD46-B1983C9ADAC7}"/>
              </a:ext>
            </a:extLst>
          </p:cNvPr>
          <p:cNvCxnSpPr>
            <a:cxnSpLocks/>
            <a:stCxn id="108" idx="0"/>
            <a:endCxn id="82" idx="2"/>
          </p:cNvCxnSpPr>
          <p:nvPr/>
        </p:nvCxnSpPr>
        <p:spPr>
          <a:xfrm flipV="1">
            <a:off x="4245426" y="3542341"/>
            <a:ext cx="0" cy="146942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内容占位符 2">
            <a:extLst>
              <a:ext uri="{FF2B5EF4-FFF2-40B4-BE49-F238E27FC236}">
                <a16:creationId xmlns:a16="http://schemas.microsoft.com/office/drawing/2014/main" id="{21BF6E77-7AC2-4CD0-A6EC-01ACD63A680D}"/>
              </a:ext>
            </a:extLst>
          </p:cNvPr>
          <p:cNvSpPr txBox="1">
            <a:spLocks/>
          </p:cNvSpPr>
          <p:nvPr/>
        </p:nvSpPr>
        <p:spPr>
          <a:xfrm>
            <a:off x="85725" y="4286807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通常经过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个确认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后，可以保证交易不会回滚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4" name="内容占位符 2">
            <a:extLst>
              <a:ext uri="{FF2B5EF4-FFF2-40B4-BE49-F238E27FC236}">
                <a16:creationId xmlns:a16="http://schemas.microsoft.com/office/drawing/2014/main" id="{CA21419B-30B7-496A-93D6-3588D679F7BF}"/>
              </a:ext>
            </a:extLst>
          </p:cNvPr>
          <p:cNvSpPr txBox="1">
            <a:spLocks/>
          </p:cNvSpPr>
          <p:nvPr/>
        </p:nvSpPr>
        <p:spPr>
          <a:xfrm>
            <a:off x="85725" y="4966839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交易效率：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 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小时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62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1" grpId="0"/>
      <p:bldP spid="82" grpId="0" animBg="1"/>
      <p:bldP spid="83" grpId="0" animBg="1"/>
      <p:bldP spid="84" grpId="0" animBg="1"/>
      <p:bldP spid="85" grpId="0" animBg="1"/>
      <p:bldP spid="105" grpId="0" animBg="1"/>
      <p:bldP spid="106" grpId="0" animBg="1"/>
      <p:bldP spid="108" grpId="0"/>
      <p:bldP spid="121" grpId="0"/>
      <p:bldP spid="123" grpId="0"/>
      <p:bldP spid="125" grpId="0"/>
      <p:bldP spid="127" grpId="0"/>
      <p:bldP spid="165" grpId="0"/>
      <p:bldP spid="167" grpId="0"/>
      <p:bldP spid="17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硬分叉与软分叉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  <p:sp>
        <p:nvSpPr>
          <p:cNvPr id="86" name="内容占位符 2">
            <a:extLst>
              <a:ext uri="{FF2B5EF4-FFF2-40B4-BE49-F238E27FC236}">
                <a16:creationId xmlns:a16="http://schemas.microsoft.com/office/drawing/2014/main" id="{69E364E3-D679-4920-8361-41422155655B}"/>
              </a:ext>
            </a:extLst>
          </p:cNvPr>
          <p:cNvSpPr txBox="1">
            <a:spLocks/>
          </p:cNvSpPr>
          <p:nvPr/>
        </p:nvSpPr>
        <p:spPr>
          <a:xfrm>
            <a:off x="165624" y="1375646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硬分叉：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不向前兼容的分叉，最终变为两条链，造成系统分裂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7" name="内容占位符 2">
            <a:extLst>
              <a:ext uri="{FF2B5EF4-FFF2-40B4-BE49-F238E27FC236}">
                <a16:creationId xmlns:a16="http://schemas.microsoft.com/office/drawing/2014/main" id="{10C96BF0-486E-4460-B8E2-171352ACAEB6}"/>
              </a:ext>
            </a:extLst>
          </p:cNvPr>
          <p:cNvSpPr txBox="1">
            <a:spLocks/>
          </p:cNvSpPr>
          <p:nvPr/>
        </p:nvSpPr>
        <p:spPr>
          <a:xfrm>
            <a:off x="165624" y="2055678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软分叉：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向前兼容的分叉，最终会变为一条链。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" name="直线箭头连接符 14">
            <a:extLst>
              <a:ext uri="{FF2B5EF4-FFF2-40B4-BE49-F238E27FC236}">
                <a16:creationId xmlns:a16="http://schemas.microsoft.com/office/drawing/2014/main" id="{3AFB53D4-BF41-2650-5A20-854594822E19}"/>
              </a:ext>
            </a:extLst>
          </p:cNvPr>
          <p:cNvCxnSpPr>
            <a:cxnSpLocks/>
          </p:cNvCxnSpPr>
          <p:nvPr/>
        </p:nvCxnSpPr>
        <p:spPr>
          <a:xfrm flipH="1">
            <a:off x="2355607" y="443764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BD183310-330A-096A-2938-0625A0B8146F}"/>
              </a:ext>
            </a:extLst>
          </p:cNvPr>
          <p:cNvSpPr/>
          <p:nvPr/>
        </p:nvSpPr>
        <p:spPr>
          <a:xfrm>
            <a:off x="389858" y="421900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59C39F-5C85-97BF-D4E5-964678058715}"/>
              </a:ext>
            </a:extLst>
          </p:cNvPr>
          <p:cNvSpPr/>
          <p:nvPr/>
        </p:nvSpPr>
        <p:spPr>
          <a:xfrm>
            <a:off x="1165020" y="421900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" name="直线箭头连接符 13">
            <a:extLst>
              <a:ext uri="{FF2B5EF4-FFF2-40B4-BE49-F238E27FC236}">
                <a16:creationId xmlns:a16="http://schemas.microsoft.com/office/drawing/2014/main" id="{33579CBA-D758-8B83-3203-DB35D989229F}"/>
              </a:ext>
            </a:extLst>
          </p:cNvPr>
          <p:cNvCxnSpPr>
            <a:cxnSpLocks/>
          </p:cNvCxnSpPr>
          <p:nvPr/>
        </p:nvCxnSpPr>
        <p:spPr>
          <a:xfrm flipH="1">
            <a:off x="822120" y="443098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4">
            <a:extLst>
              <a:ext uri="{FF2B5EF4-FFF2-40B4-BE49-F238E27FC236}">
                <a16:creationId xmlns:a16="http://schemas.microsoft.com/office/drawing/2014/main" id="{E11E58BA-2D30-0B49-1944-CFFC823DE8C3}"/>
              </a:ext>
            </a:extLst>
          </p:cNvPr>
          <p:cNvCxnSpPr>
            <a:cxnSpLocks/>
          </p:cNvCxnSpPr>
          <p:nvPr/>
        </p:nvCxnSpPr>
        <p:spPr>
          <a:xfrm flipH="1">
            <a:off x="1597282" y="443098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0BB1166-33E7-1CB3-E287-6F4F19B0A2C7}"/>
              </a:ext>
            </a:extLst>
          </p:cNvPr>
          <p:cNvSpPr/>
          <p:nvPr/>
        </p:nvSpPr>
        <p:spPr>
          <a:xfrm>
            <a:off x="1933865" y="421900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D6A7D3-8E8F-7C97-5EBE-9E8D56A90EB9}"/>
              </a:ext>
            </a:extLst>
          </p:cNvPr>
          <p:cNvSpPr/>
          <p:nvPr/>
        </p:nvSpPr>
        <p:spPr>
          <a:xfrm>
            <a:off x="1933865" y="4898874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39">
            <a:extLst>
              <a:ext uri="{FF2B5EF4-FFF2-40B4-BE49-F238E27FC236}">
                <a16:creationId xmlns:a16="http://schemas.microsoft.com/office/drawing/2014/main" id="{1B53A7EB-B121-A43D-B1CA-C0D51D7A57E4}"/>
              </a:ext>
            </a:extLst>
          </p:cNvPr>
          <p:cNvCxnSpPr>
            <a:stCxn id="14" idx="1"/>
            <a:endCxn id="8" idx="3"/>
          </p:cNvCxnSpPr>
          <p:nvPr/>
        </p:nvCxnSpPr>
        <p:spPr>
          <a:xfrm flipH="1" flipV="1">
            <a:off x="1597282" y="4430984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CE76680-9A0D-DED7-A4A2-6597204E99F7}"/>
              </a:ext>
            </a:extLst>
          </p:cNvPr>
          <p:cNvSpPr/>
          <p:nvPr/>
        </p:nvSpPr>
        <p:spPr>
          <a:xfrm>
            <a:off x="2698507" y="422567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59B40A-807C-D6C8-BC80-65C5FC1DD7FF}"/>
              </a:ext>
            </a:extLst>
          </p:cNvPr>
          <p:cNvSpPr/>
          <p:nvPr/>
        </p:nvSpPr>
        <p:spPr>
          <a:xfrm>
            <a:off x="2693566" y="489765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直线箭头连接符 14">
            <a:extLst>
              <a:ext uri="{FF2B5EF4-FFF2-40B4-BE49-F238E27FC236}">
                <a16:creationId xmlns:a16="http://schemas.microsoft.com/office/drawing/2014/main" id="{70B00036-14E9-2E8F-67DA-E538475A8C94}"/>
              </a:ext>
            </a:extLst>
          </p:cNvPr>
          <p:cNvCxnSpPr>
            <a:cxnSpLocks/>
          </p:cNvCxnSpPr>
          <p:nvPr/>
        </p:nvCxnSpPr>
        <p:spPr>
          <a:xfrm flipH="1">
            <a:off x="2366127" y="512557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61C6C57-2B07-4E50-DA3B-514357D5E80C}"/>
              </a:ext>
            </a:extLst>
          </p:cNvPr>
          <p:cNvCxnSpPr/>
          <p:nvPr/>
        </p:nvCxnSpPr>
        <p:spPr>
          <a:xfrm>
            <a:off x="6112184" y="2848164"/>
            <a:ext cx="0" cy="3932729"/>
          </a:xfrm>
          <a:prstGeom prst="line">
            <a:avLst/>
          </a:prstGeom>
          <a:ln w="38100">
            <a:solidFill>
              <a:srgbClr val="F9BC1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14">
            <a:extLst>
              <a:ext uri="{FF2B5EF4-FFF2-40B4-BE49-F238E27FC236}">
                <a16:creationId xmlns:a16="http://schemas.microsoft.com/office/drawing/2014/main" id="{469B559C-CEB6-5E6F-0A74-7FE558D17851}"/>
              </a:ext>
            </a:extLst>
          </p:cNvPr>
          <p:cNvCxnSpPr>
            <a:cxnSpLocks/>
          </p:cNvCxnSpPr>
          <p:nvPr/>
        </p:nvCxnSpPr>
        <p:spPr>
          <a:xfrm flipH="1">
            <a:off x="9928268" y="448126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0A2785BF-A962-4971-8D00-465B54B617D1}"/>
              </a:ext>
            </a:extLst>
          </p:cNvPr>
          <p:cNvSpPr/>
          <p:nvPr/>
        </p:nvSpPr>
        <p:spPr>
          <a:xfrm>
            <a:off x="6412195" y="426262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C7A3B6-D275-6160-7452-403672F934E8}"/>
              </a:ext>
            </a:extLst>
          </p:cNvPr>
          <p:cNvSpPr/>
          <p:nvPr/>
        </p:nvSpPr>
        <p:spPr>
          <a:xfrm>
            <a:off x="7187357" y="426262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04D727-F5FD-5C03-47AB-D31B996AA0FE}"/>
              </a:ext>
            </a:extLst>
          </p:cNvPr>
          <p:cNvSpPr/>
          <p:nvPr/>
        </p:nvSpPr>
        <p:spPr>
          <a:xfrm>
            <a:off x="7962519" y="426262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CB6F91-4756-C0C1-41A8-40E10F26D63F}"/>
              </a:ext>
            </a:extLst>
          </p:cNvPr>
          <p:cNvSpPr/>
          <p:nvPr/>
        </p:nvSpPr>
        <p:spPr>
          <a:xfrm>
            <a:off x="8737681" y="426262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6" name="直线箭头连接符 11">
            <a:extLst>
              <a:ext uri="{FF2B5EF4-FFF2-40B4-BE49-F238E27FC236}">
                <a16:creationId xmlns:a16="http://schemas.microsoft.com/office/drawing/2014/main" id="{B71D6898-4C1F-5051-8EED-3A3A24A15716}"/>
              </a:ext>
            </a:extLst>
          </p:cNvPr>
          <p:cNvCxnSpPr>
            <a:cxnSpLocks/>
          </p:cNvCxnSpPr>
          <p:nvPr/>
        </p:nvCxnSpPr>
        <p:spPr>
          <a:xfrm flipH="1">
            <a:off x="6844457" y="447459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12">
            <a:extLst>
              <a:ext uri="{FF2B5EF4-FFF2-40B4-BE49-F238E27FC236}">
                <a16:creationId xmlns:a16="http://schemas.microsoft.com/office/drawing/2014/main" id="{28DDBA11-ECA4-D88E-0152-1A11940DA458}"/>
              </a:ext>
            </a:extLst>
          </p:cNvPr>
          <p:cNvCxnSpPr>
            <a:cxnSpLocks/>
          </p:cNvCxnSpPr>
          <p:nvPr/>
        </p:nvCxnSpPr>
        <p:spPr>
          <a:xfrm flipH="1">
            <a:off x="7619619" y="447459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13">
            <a:extLst>
              <a:ext uri="{FF2B5EF4-FFF2-40B4-BE49-F238E27FC236}">
                <a16:creationId xmlns:a16="http://schemas.microsoft.com/office/drawing/2014/main" id="{574D5B57-23B8-AA45-DFF1-3C3C44BD298D}"/>
              </a:ext>
            </a:extLst>
          </p:cNvPr>
          <p:cNvCxnSpPr>
            <a:cxnSpLocks/>
          </p:cNvCxnSpPr>
          <p:nvPr/>
        </p:nvCxnSpPr>
        <p:spPr>
          <a:xfrm flipH="1">
            <a:off x="8394781" y="447459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14">
            <a:extLst>
              <a:ext uri="{FF2B5EF4-FFF2-40B4-BE49-F238E27FC236}">
                <a16:creationId xmlns:a16="http://schemas.microsoft.com/office/drawing/2014/main" id="{8EA4BD6C-CEA1-122F-8AD9-6C00146522FF}"/>
              </a:ext>
            </a:extLst>
          </p:cNvPr>
          <p:cNvCxnSpPr>
            <a:cxnSpLocks/>
          </p:cNvCxnSpPr>
          <p:nvPr/>
        </p:nvCxnSpPr>
        <p:spPr>
          <a:xfrm flipH="1">
            <a:off x="9169943" y="447459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E4C8122-99F6-634C-22F8-E229B3A998B6}"/>
              </a:ext>
            </a:extLst>
          </p:cNvPr>
          <p:cNvSpPr/>
          <p:nvPr/>
        </p:nvSpPr>
        <p:spPr>
          <a:xfrm>
            <a:off x="9506526" y="426262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F11FC0-E196-3F6E-28D5-5DCE1428FFF8}"/>
              </a:ext>
            </a:extLst>
          </p:cNvPr>
          <p:cNvSpPr/>
          <p:nvPr/>
        </p:nvSpPr>
        <p:spPr>
          <a:xfrm>
            <a:off x="9506526" y="494248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2" name="直接箭头连接符 139">
            <a:extLst>
              <a:ext uri="{FF2B5EF4-FFF2-40B4-BE49-F238E27FC236}">
                <a16:creationId xmlns:a16="http://schemas.microsoft.com/office/drawing/2014/main" id="{7EB48065-93C4-A020-954A-80D564CEABB9}"/>
              </a:ext>
            </a:extLst>
          </p:cNvPr>
          <p:cNvCxnSpPr>
            <a:stCxn id="31" idx="1"/>
            <a:endCxn id="25" idx="3"/>
          </p:cNvCxnSpPr>
          <p:nvPr/>
        </p:nvCxnSpPr>
        <p:spPr>
          <a:xfrm flipH="1" flipV="1">
            <a:off x="9169943" y="4474597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DBE48FA-2D91-4627-F058-5A22A347C061}"/>
              </a:ext>
            </a:extLst>
          </p:cNvPr>
          <p:cNvSpPr/>
          <p:nvPr/>
        </p:nvSpPr>
        <p:spPr>
          <a:xfrm>
            <a:off x="10271168" y="426928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16564F-99D4-8368-7F79-E3B50C797CE0}"/>
              </a:ext>
            </a:extLst>
          </p:cNvPr>
          <p:cNvSpPr/>
          <p:nvPr/>
        </p:nvSpPr>
        <p:spPr>
          <a:xfrm>
            <a:off x="10281688" y="494248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5" name="直线箭头连接符 14">
            <a:extLst>
              <a:ext uri="{FF2B5EF4-FFF2-40B4-BE49-F238E27FC236}">
                <a16:creationId xmlns:a16="http://schemas.microsoft.com/office/drawing/2014/main" id="{77B770F5-BFD0-74F1-B161-25D6D94B094E}"/>
              </a:ext>
            </a:extLst>
          </p:cNvPr>
          <p:cNvCxnSpPr>
            <a:cxnSpLocks/>
          </p:cNvCxnSpPr>
          <p:nvPr/>
        </p:nvCxnSpPr>
        <p:spPr>
          <a:xfrm flipH="1">
            <a:off x="9938788" y="516918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1E134E28-7F5C-0AA8-B5B8-87D39F5C90CE}"/>
              </a:ext>
            </a:extLst>
          </p:cNvPr>
          <p:cNvSpPr/>
          <p:nvPr/>
        </p:nvSpPr>
        <p:spPr>
          <a:xfrm>
            <a:off x="3467064" y="4895795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7" name="直线箭头连接符 14">
            <a:extLst>
              <a:ext uri="{FF2B5EF4-FFF2-40B4-BE49-F238E27FC236}">
                <a16:creationId xmlns:a16="http://schemas.microsoft.com/office/drawing/2014/main" id="{55B8BC3B-FD9F-EABB-E645-3D6705200584}"/>
              </a:ext>
            </a:extLst>
          </p:cNvPr>
          <p:cNvCxnSpPr>
            <a:cxnSpLocks/>
          </p:cNvCxnSpPr>
          <p:nvPr/>
        </p:nvCxnSpPr>
        <p:spPr>
          <a:xfrm flipH="1">
            <a:off x="3124164" y="512557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DBD6C579-65B2-5011-8CE0-18CC7ED1DE47}"/>
              </a:ext>
            </a:extLst>
          </p:cNvPr>
          <p:cNvSpPr/>
          <p:nvPr/>
        </p:nvSpPr>
        <p:spPr>
          <a:xfrm>
            <a:off x="4235104" y="4913601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9" name="直线箭头连接符 14">
            <a:extLst>
              <a:ext uri="{FF2B5EF4-FFF2-40B4-BE49-F238E27FC236}">
                <a16:creationId xmlns:a16="http://schemas.microsoft.com/office/drawing/2014/main" id="{84ABCC9E-5222-F30B-A1E6-85CB3AE15C95}"/>
              </a:ext>
            </a:extLst>
          </p:cNvPr>
          <p:cNvCxnSpPr>
            <a:cxnSpLocks/>
          </p:cNvCxnSpPr>
          <p:nvPr/>
        </p:nvCxnSpPr>
        <p:spPr>
          <a:xfrm flipH="1">
            <a:off x="3892204" y="512557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F9C7EC36-7C76-07B3-2BFC-9AB11AB49DD6}"/>
              </a:ext>
            </a:extLst>
          </p:cNvPr>
          <p:cNvSpPr/>
          <p:nvPr/>
        </p:nvSpPr>
        <p:spPr>
          <a:xfrm>
            <a:off x="5003844" y="4895795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1" name="直线箭头连接符 14">
            <a:extLst>
              <a:ext uri="{FF2B5EF4-FFF2-40B4-BE49-F238E27FC236}">
                <a16:creationId xmlns:a16="http://schemas.microsoft.com/office/drawing/2014/main" id="{8A7335B9-995E-66E8-3285-0667F2CED82D}"/>
              </a:ext>
            </a:extLst>
          </p:cNvPr>
          <p:cNvCxnSpPr>
            <a:cxnSpLocks/>
          </p:cNvCxnSpPr>
          <p:nvPr/>
        </p:nvCxnSpPr>
        <p:spPr>
          <a:xfrm flipH="1">
            <a:off x="4660944" y="512557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14">
            <a:extLst>
              <a:ext uri="{FF2B5EF4-FFF2-40B4-BE49-F238E27FC236}">
                <a16:creationId xmlns:a16="http://schemas.microsoft.com/office/drawing/2014/main" id="{73FF24EA-F637-85D8-644E-D44250FA584A}"/>
              </a:ext>
            </a:extLst>
          </p:cNvPr>
          <p:cNvCxnSpPr>
            <a:cxnSpLocks/>
          </p:cNvCxnSpPr>
          <p:nvPr/>
        </p:nvCxnSpPr>
        <p:spPr>
          <a:xfrm flipH="1">
            <a:off x="3124452" y="443764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CE99940-5EDB-804F-3AD8-4061D5B01EBB}"/>
              </a:ext>
            </a:extLst>
          </p:cNvPr>
          <p:cNvSpPr/>
          <p:nvPr/>
        </p:nvSpPr>
        <p:spPr>
          <a:xfrm>
            <a:off x="3467352" y="422567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4" name="直线箭头连接符 14">
            <a:extLst>
              <a:ext uri="{FF2B5EF4-FFF2-40B4-BE49-F238E27FC236}">
                <a16:creationId xmlns:a16="http://schemas.microsoft.com/office/drawing/2014/main" id="{413DC2AB-A7B6-6A5E-A961-9F18DE941ED3}"/>
              </a:ext>
            </a:extLst>
          </p:cNvPr>
          <p:cNvCxnSpPr>
            <a:cxnSpLocks/>
          </p:cNvCxnSpPr>
          <p:nvPr/>
        </p:nvCxnSpPr>
        <p:spPr>
          <a:xfrm flipH="1">
            <a:off x="3892204" y="444554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79FB523E-9708-498F-B629-002B4674A437}"/>
              </a:ext>
            </a:extLst>
          </p:cNvPr>
          <p:cNvSpPr/>
          <p:nvPr/>
        </p:nvSpPr>
        <p:spPr>
          <a:xfrm>
            <a:off x="4235104" y="423356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6" name="直线箭头连接符 14">
            <a:extLst>
              <a:ext uri="{FF2B5EF4-FFF2-40B4-BE49-F238E27FC236}">
                <a16:creationId xmlns:a16="http://schemas.microsoft.com/office/drawing/2014/main" id="{47D3B5AB-8ABA-EE6F-FF03-4A39834C6FEA}"/>
              </a:ext>
            </a:extLst>
          </p:cNvPr>
          <p:cNvCxnSpPr>
            <a:cxnSpLocks/>
          </p:cNvCxnSpPr>
          <p:nvPr/>
        </p:nvCxnSpPr>
        <p:spPr>
          <a:xfrm flipH="1">
            <a:off x="4660944" y="444554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230BA907-AF0E-3E1D-D52D-39626E46598B}"/>
              </a:ext>
            </a:extLst>
          </p:cNvPr>
          <p:cNvSpPr/>
          <p:nvPr/>
        </p:nvSpPr>
        <p:spPr>
          <a:xfrm>
            <a:off x="5003844" y="423356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乘号 176">
            <a:extLst>
              <a:ext uri="{FF2B5EF4-FFF2-40B4-BE49-F238E27FC236}">
                <a16:creationId xmlns:a16="http://schemas.microsoft.com/office/drawing/2014/main" id="{9497130E-A688-8DC0-FB6E-E114A9CD250D}"/>
              </a:ext>
            </a:extLst>
          </p:cNvPr>
          <p:cNvSpPr/>
          <p:nvPr/>
        </p:nvSpPr>
        <p:spPr>
          <a:xfrm>
            <a:off x="10713950" y="4846568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B4790A9-F251-73BE-1B61-39B5E0881395}"/>
              </a:ext>
            </a:extLst>
          </p:cNvPr>
          <p:cNvSpPr txBox="1"/>
          <p:nvPr/>
        </p:nvSpPr>
        <p:spPr>
          <a:xfrm>
            <a:off x="9781948" y="54060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孤链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D141895-D429-7756-3060-B089645D4F7C}"/>
              </a:ext>
            </a:extLst>
          </p:cNvPr>
          <p:cNvSpPr txBox="1"/>
          <p:nvPr/>
        </p:nvSpPr>
        <p:spPr>
          <a:xfrm>
            <a:off x="10755067" y="4151429"/>
            <a:ext cx="110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汇集绝大多数算力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1A71026-8815-3E58-EADF-3B19947C9E2C}"/>
              </a:ext>
            </a:extLst>
          </p:cNvPr>
          <p:cNvSpPr txBox="1"/>
          <p:nvPr/>
        </p:nvSpPr>
        <p:spPr>
          <a:xfrm>
            <a:off x="6112184" y="2903375"/>
            <a:ext cx="592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软分叉：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临时分叉、兼容性分叉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4DF6F51-C553-E78A-E6DA-550B298880FF}"/>
              </a:ext>
            </a:extLst>
          </p:cNvPr>
          <p:cNvSpPr txBox="1"/>
          <p:nvPr/>
        </p:nvSpPr>
        <p:spPr>
          <a:xfrm>
            <a:off x="191509" y="2913052"/>
            <a:ext cx="592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硬分叉：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永久性分裂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B672025-0DAD-771E-CF63-910659260088}"/>
              </a:ext>
            </a:extLst>
          </p:cNvPr>
          <p:cNvSpPr txBox="1"/>
          <p:nvPr/>
        </p:nvSpPr>
        <p:spPr>
          <a:xfrm>
            <a:off x="1933864" y="5363202"/>
            <a:ext cx="349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汇集一部分算力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FF38FC-1386-276C-44A8-55F94B848A70}"/>
              </a:ext>
            </a:extLst>
          </p:cNvPr>
          <p:cNvSpPr txBox="1"/>
          <p:nvPr/>
        </p:nvSpPr>
        <p:spPr>
          <a:xfrm>
            <a:off x="1920560" y="3814873"/>
            <a:ext cx="349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汇集一部分算力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9783A70-FCFD-4EDB-A61C-7E6DC85625D6}"/>
              </a:ext>
            </a:extLst>
          </p:cNvPr>
          <p:cNvSpPr/>
          <p:nvPr/>
        </p:nvSpPr>
        <p:spPr>
          <a:xfrm>
            <a:off x="2316975" y="6022460"/>
            <a:ext cx="247342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为什么会发生硬分叉？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6699F2D3-1F96-48B2-9673-9D03BFEBB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740" y="5908308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1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6" grpId="0" animBg="1"/>
      <p:bldP spid="8" grpId="0" animBg="1"/>
      <p:bldP spid="13" grpId="0" animBg="1"/>
      <p:bldP spid="14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8" grpId="0" animBg="1"/>
      <p:bldP spid="40" grpId="0" animBg="1"/>
      <p:bldP spid="43" grpId="0" animBg="1"/>
      <p:bldP spid="45" grpId="0" animBg="1"/>
      <p:bldP spid="47" grpId="0" animBg="1"/>
      <p:bldP spid="50" grpId="0" animBg="1"/>
      <p:bldP spid="51" grpId="0"/>
      <p:bldP spid="53" grpId="0"/>
      <p:bldP spid="55" grpId="0"/>
      <p:bldP spid="56" grpId="0"/>
      <p:bldP spid="57" grpId="0"/>
      <p:bldP spid="58" grpId="0"/>
      <p:bldP spid="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硬分叉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  <p:sp>
        <p:nvSpPr>
          <p:cNvPr id="86" name="内容占位符 2">
            <a:extLst>
              <a:ext uri="{FF2B5EF4-FFF2-40B4-BE49-F238E27FC236}">
                <a16:creationId xmlns:a16="http://schemas.microsoft.com/office/drawing/2014/main" id="{69E364E3-D679-4920-8361-41422155655B}"/>
              </a:ext>
            </a:extLst>
          </p:cNvPr>
          <p:cNvSpPr txBox="1">
            <a:spLocks/>
          </p:cNvSpPr>
          <p:nvPr/>
        </p:nvSpPr>
        <p:spPr>
          <a:xfrm>
            <a:off x="165624" y="1375646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硬分叉：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不前向兼容的系统软件升级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26EAD88-840A-CD35-3934-FCE4FAFC9AE0}"/>
              </a:ext>
            </a:extLst>
          </p:cNvPr>
          <p:cNvSpPr txBox="1">
            <a:spLocks/>
          </p:cNvSpPr>
          <p:nvPr/>
        </p:nvSpPr>
        <p:spPr>
          <a:xfrm>
            <a:off x="165622" y="3783384"/>
            <a:ext cx="11348714" cy="128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假设：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系统中大多数算力的节点愿意配合软件升级，少量算力节点不愿意配合软件升级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C6AE419-6D75-53A3-4AE4-BA2C8F8BA19B}"/>
              </a:ext>
            </a:extLst>
          </p:cNvPr>
          <p:cNvSpPr txBox="1">
            <a:spLocks/>
          </p:cNvSpPr>
          <p:nvPr/>
        </p:nvSpPr>
        <p:spPr>
          <a:xfrm>
            <a:off x="165623" y="1976717"/>
            <a:ext cx="11631521" cy="195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去中心化系统：</a:t>
            </a:r>
            <a:r>
              <a:rPr lang="zh-CN" altLang="en-US" b="1" dirty="0">
                <a:latin typeface="Garamond" panose="02020404030301010803" pitchFamily="18" charset="0"/>
                <a:ea typeface="微软雅黑" panose="020B0503020204020204" pitchFamily="34" charset="-122"/>
              </a:rPr>
              <a:t>不能左右节点自己的意愿</a:t>
            </a:r>
            <a:endParaRPr lang="en-US" altLang="zh-CN" b="1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b="1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例如：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P2MS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中存在的多弹出元素的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，中本聪希望通过软件升级解决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bug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网络中并不是全部节点都愿意升级软件，也不能强制其进行软件升级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FFC120-CC89-8E9F-A958-A2924CA4E374}"/>
              </a:ext>
            </a:extLst>
          </p:cNvPr>
          <p:cNvSpPr/>
          <p:nvPr/>
        </p:nvSpPr>
        <p:spPr>
          <a:xfrm>
            <a:off x="613340" y="552941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341EB4-3CD4-7912-F4A0-B5959F94733F}"/>
              </a:ext>
            </a:extLst>
          </p:cNvPr>
          <p:cNvSpPr/>
          <p:nvPr/>
        </p:nvSpPr>
        <p:spPr>
          <a:xfrm>
            <a:off x="1388502" y="552941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8" name="直线箭头连接符 13">
            <a:extLst>
              <a:ext uri="{FF2B5EF4-FFF2-40B4-BE49-F238E27FC236}">
                <a16:creationId xmlns:a16="http://schemas.microsoft.com/office/drawing/2014/main" id="{2EC5E3EB-3448-CC51-09FA-D916EB57AE04}"/>
              </a:ext>
            </a:extLst>
          </p:cNvPr>
          <p:cNvCxnSpPr>
            <a:cxnSpLocks/>
          </p:cNvCxnSpPr>
          <p:nvPr/>
        </p:nvCxnSpPr>
        <p:spPr>
          <a:xfrm flipH="1">
            <a:off x="1045602" y="574138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14">
            <a:extLst>
              <a:ext uri="{FF2B5EF4-FFF2-40B4-BE49-F238E27FC236}">
                <a16:creationId xmlns:a16="http://schemas.microsoft.com/office/drawing/2014/main" id="{811A572A-D43C-7B5E-4648-C3910759F550}"/>
              </a:ext>
            </a:extLst>
          </p:cNvPr>
          <p:cNvCxnSpPr>
            <a:cxnSpLocks/>
          </p:cNvCxnSpPr>
          <p:nvPr/>
        </p:nvCxnSpPr>
        <p:spPr>
          <a:xfrm flipH="1">
            <a:off x="1820764" y="574138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22D1F4A8-77BA-3530-84D0-FF3E637F3AA8}"/>
              </a:ext>
            </a:extLst>
          </p:cNvPr>
          <p:cNvSpPr/>
          <p:nvPr/>
        </p:nvSpPr>
        <p:spPr>
          <a:xfrm>
            <a:off x="2157347" y="552941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B424BC43-84B9-DB15-464D-C2315D633DA0}"/>
              </a:ext>
            </a:extLst>
          </p:cNvPr>
          <p:cNvCxnSpPr>
            <a:stCxn id="52" idx="3"/>
          </p:cNvCxnSpPr>
          <p:nvPr/>
        </p:nvCxnSpPr>
        <p:spPr>
          <a:xfrm flipV="1">
            <a:off x="2589609" y="5324559"/>
            <a:ext cx="1213648" cy="416827"/>
          </a:xfrm>
          <a:prstGeom prst="straightConnector1">
            <a:avLst/>
          </a:prstGeom>
          <a:ln w="38100">
            <a:solidFill>
              <a:srgbClr val="F9BC1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内容占位符 2">
            <a:extLst>
              <a:ext uri="{FF2B5EF4-FFF2-40B4-BE49-F238E27FC236}">
                <a16:creationId xmlns:a16="http://schemas.microsoft.com/office/drawing/2014/main" id="{DDE87CDC-0B65-851F-1B47-496DE74C6E91}"/>
              </a:ext>
            </a:extLst>
          </p:cNvPr>
          <p:cNvSpPr txBox="1">
            <a:spLocks/>
          </p:cNvSpPr>
          <p:nvPr/>
        </p:nvSpPr>
        <p:spPr>
          <a:xfrm>
            <a:off x="3803257" y="4957497"/>
            <a:ext cx="7922102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发布一个软件升级，将区块大小限制为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32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8522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4" grpId="0"/>
      <p:bldP spid="5" grpId="0"/>
      <p:bldP spid="10" grpId="0" animBg="1"/>
      <p:bldP spid="19" grpId="0" animBg="1"/>
      <p:bldP spid="52" grpId="0" animBg="1"/>
      <p:bldP spid="8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硬分叉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  <p:cxnSp>
        <p:nvCxnSpPr>
          <p:cNvPr id="3" name="直线箭头连接符 14">
            <a:extLst>
              <a:ext uri="{FF2B5EF4-FFF2-40B4-BE49-F238E27FC236}">
                <a16:creationId xmlns:a16="http://schemas.microsoft.com/office/drawing/2014/main" id="{3AFB53D4-BF41-2650-5A20-854594822E19}"/>
              </a:ext>
            </a:extLst>
          </p:cNvPr>
          <p:cNvCxnSpPr>
            <a:cxnSpLocks/>
          </p:cNvCxnSpPr>
          <p:nvPr/>
        </p:nvCxnSpPr>
        <p:spPr>
          <a:xfrm flipH="1">
            <a:off x="2436527" y="337544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BD183310-330A-096A-2938-0625A0B8146F}"/>
              </a:ext>
            </a:extLst>
          </p:cNvPr>
          <p:cNvSpPr/>
          <p:nvPr/>
        </p:nvSpPr>
        <p:spPr>
          <a:xfrm>
            <a:off x="470778" y="315680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59C39F-5C85-97BF-D4E5-964678058715}"/>
              </a:ext>
            </a:extLst>
          </p:cNvPr>
          <p:cNvSpPr/>
          <p:nvPr/>
        </p:nvSpPr>
        <p:spPr>
          <a:xfrm>
            <a:off x="1245940" y="315680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" name="直线箭头连接符 13">
            <a:extLst>
              <a:ext uri="{FF2B5EF4-FFF2-40B4-BE49-F238E27FC236}">
                <a16:creationId xmlns:a16="http://schemas.microsoft.com/office/drawing/2014/main" id="{33579CBA-D758-8B83-3203-DB35D989229F}"/>
              </a:ext>
            </a:extLst>
          </p:cNvPr>
          <p:cNvCxnSpPr>
            <a:cxnSpLocks/>
          </p:cNvCxnSpPr>
          <p:nvPr/>
        </p:nvCxnSpPr>
        <p:spPr>
          <a:xfrm flipH="1">
            <a:off x="903040" y="336877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4">
            <a:extLst>
              <a:ext uri="{FF2B5EF4-FFF2-40B4-BE49-F238E27FC236}">
                <a16:creationId xmlns:a16="http://schemas.microsoft.com/office/drawing/2014/main" id="{E11E58BA-2D30-0B49-1944-CFFC823DE8C3}"/>
              </a:ext>
            </a:extLst>
          </p:cNvPr>
          <p:cNvCxnSpPr>
            <a:cxnSpLocks/>
          </p:cNvCxnSpPr>
          <p:nvPr/>
        </p:nvCxnSpPr>
        <p:spPr>
          <a:xfrm flipH="1">
            <a:off x="1678202" y="336877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0BB1166-33E7-1CB3-E287-6F4F19B0A2C7}"/>
              </a:ext>
            </a:extLst>
          </p:cNvPr>
          <p:cNvSpPr/>
          <p:nvPr/>
        </p:nvSpPr>
        <p:spPr>
          <a:xfrm>
            <a:off x="2014785" y="315680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E76680-9A0D-DED7-A4A2-6597204E99F7}"/>
              </a:ext>
            </a:extLst>
          </p:cNvPr>
          <p:cNvSpPr/>
          <p:nvPr/>
        </p:nvSpPr>
        <p:spPr>
          <a:xfrm>
            <a:off x="2789947" y="2986589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0C75E77-CE41-3868-3968-0EF1967A6C60}"/>
              </a:ext>
            </a:extLst>
          </p:cNvPr>
          <p:cNvSpPr txBox="1">
            <a:spLocks/>
          </p:cNvSpPr>
          <p:nvPr/>
        </p:nvSpPr>
        <p:spPr>
          <a:xfrm>
            <a:off x="222267" y="1225918"/>
            <a:ext cx="11348714" cy="128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假设：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系统中大多数算力的节点愿意配合软件升级，少量算力节点不愿意配合软件升级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18CD38-0E4B-5A72-CD37-3167B2015BC6}"/>
              </a:ext>
            </a:extLst>
          </p:cNvPr>
          <p:cNvSpPr txBox="1"/>
          <p:nvPr/>
        </p:nvSpPr>
        <p:spPr>
          <a:xfrm>
            <a:off x="8071041" y="1920338"/>
            <a:ext cx="3499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软件升级：区块大小限制为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32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06B002-C61B-18DE-7213-4CF9598DDECC}"/>
              </a:ext>
            </a:extLst>
          </p:cNvPr>
          <p:cNvSpPr txBox="1"/>
          <p:nvPr/>
        </p:nvSpPr>
        <p:spPr>
          <a:xfrm>
            <a:off x="639271" y="4349853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794B7B1-6912-427D-0849-A070C6F849B0}"/>
              </a:ext>
            </a:extLst>
          </p:cNvPr>
          <p:cNvSpPr/>
          <p:nvPr/>
        </p:nvSpPr>
        <p:spPr>
          <a:xfrm>
            <a:off x="2152576" y="4417184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7AE80DC6-219A-CEDB-321E-8925629753D0}"/>
              </a:ext>
            </a:extLst>
          </p:cNvPr>
          <p:cNvCxnSpPr>
            <a:stCxn id="16" idx="2"/>
            <a:endCxn id="19" idx="7"/>
          </p:cNvCxnSpPr>
          <p:nvPr/>
        </p:nvCxnSpPr>
        <p:spPr>
          <a:xfrm flipH="1">
            <a:off x="2352879" y="3750966"/>
            <a:ext cx="826751" cy="700584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F6E1AE9-74C4-4025-04DE-42B101ED0304}"/>
              </a:ext>
            </a:extLst>
          </p:cNvPr>
          <p:cNvSpPr txBox="1"/>
          <p:nvPr/>
        </p:nvSpPr>
        <p:spPr>
          <a:xfrm>
            <a:off x="727464" y="3860075"/>
            <a:ext cx="193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区块校验未通过</a:t>
            </a:r>
          </a:p>
        </p:txBody>
      </p:sp>
      <p:sp>
        <p:nvSpPr>
          <p:cNvPr id="54" name="乘号 176">
            <a:extLst>
              <a:ext uri="{FF2B5EF4-FFF2-40B4-BE49-F238E27FC236}">
                <a16:creationId xmlns:a16="http://schemas.microsoft.com/office/drawing/2014/main" id="{9ACE88B9-B966-3481-C73B-90A81177F22E}"/>
              </a:ext>
            </a:extLst>
          </p:cNvPr>
          <p:cNvSpPr/>
          <p:nvPr/>
        </p:nvSpPr>
        <p:spPr>
          <a:xfrm>
            <a:off x="2471534" y="3767240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9" name="直线箭头连接符 14">
            <a:extLst>
              <a:ext uri="{FF2B5EF4-FFF2-40B4-BE49-F238E27FC236}">
                <a16:creationId xmlns:a16="http://schemas.microsoft.com/office/drawing/2014/main" id="{2AE3580B-6E11-5A9D-9132-89140FFFE322}"/>
              </a:ext>
            </a:extLst>
          </p:cNvPr>
          <p:cNvCxnSpPr>
            <a:cxnSpLocks/>
          </p:cNvCxnSpPr>
          <p:nvPr/>
        </p:nvCxnSpPr>
        <p:spPr>
          <a:xfrm flipH="1">
            <a:off x="7673539" y="30806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D05F6BA-2D5B-D6D6-47DC-5048E9D5FAE5}"/>
              </a:ext>
            </a:extLst>
          </p:cNvPr>
          <p:cNvSpPr/>
          <p:nvPr/>
        </p:nvSpPr>
        <p:spPr>
          <a:xfrm>
            <a:off x="5707790" y="28619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03B53E6-B2A5-5A79-C434-B09DA6B7DBFB}"/>
              </a:ext>
            </a:extLst>
          </p:cNvPr>
          <p:cNvSpPr/>
          <p:nvPr/>
        </p:nvSpPr>
        <p:spPr>
          <a:xfrm>
            <a:off x="6482952" y="28619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2" name="直线箭头连接符 13">
            <a:extLst>
              <a:ext uri="{FF2B5EF4-FFF2-40B4-BE49-F238E27FC236}">
                <a16:creationId xmlns:a16="http://schemas.microsoft.com/office/drawing/2014/main" id="{9FC9FCAA-31C0-C00A-0A46-EB0B37FD9560}"/>
              </a:ext>
            </a:extLst>
          </p:cNvPr>
          <p:cNvCxnSpPr>
            <a:cxnSpLocks/>
          </p:cNvCxnSpPr>
          <p:nvPr/>
        </p:nvCxnSpPr>
        <p:spPr>
          <a:xfrm flipH="1">
            <a:off x="6140052" y="30739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14">
            <a:extLst>
              <a:ext uri="{FF2B5EF4-FFF2-40B4-BE49-F238E27FC236}">
                <a16:creationId xmlns:a16="http://schemas.microsoft.com/office/drawing/2014/main" id="{ACCE6866-D77A-7CDC-9FC4-A728F164374D}"/>
              </a:ext>
            </a:extLst>
          </p:cNvPr>
          <p:cNvCxnSpPr>
            <a:cxnSpLocks/>
          </p:cNvCxnSpPr>
          <p:nvPr/>
        </p:nvCxnSpPr>
        <p:spPr>
          <a:xfrm flipH="1">
            <a:off x="6915214" y="30739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C380509E-86A5-8C45-F7FD-2D6B55F8AE91}"/>
              </a:ext>
            </a:extLst>
          </p:cNvPr>
          <p:cNvSpPr/>
          <p:nvPr/>
        </p:nvSpPr>
        <p:spPr>
          <a:xfrm>
            <a:off x="7251797" y="286198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1B01EB9-85D5-DE03-44C4-1ED0BFFC3821}"/>
              </a:ext>
            </a:extLst>
          </p:cNvPr>
          <p:cNvSpPr/>
          <p:nvPr/>
        </p:nvSpPr>
        <p:spPr>
          <a:xfrm>
            <a:off x="8026959" y="2691771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6950A82-CC91-E03D-FB9B-C103B25CB1B1}"/>
              </a:ext>
            </a:extLst>
          </p:cNvPr>
          <p:cNvSpPr txBox="1"/>
          <p:nvPr/>
        </p:nvSpPr>
        <p:spPr>
          <a:xfrm>
            <a:off x="3835084" y="4349853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12BAA1EF-03C4-16DF-E77D-453D9AAF424D}"/>
              </a:ext>
            </a:extLst>
          </p:cNvPr>
          <p:cNvSpPr/>
          <p:nvPr/>
        </p:nvSpPr>
        <p:spPr>
          <a:xfrm>
            <a:off x="3740994" y="4417184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0EE24E1C-1142-F5D3-F039-55A240C315D4}"/>
              </a:ext>
            </a:extLst>
          </p:cNvPr>
          <p:cNvCxnSpPr>
            <a:stCxn id="16" idx="2"/>
            <a:endCxn id="69" idx="1"/>
          </p:cNvCxnSpPr>
          <p:nvPr/>
        </p:nvCxnSpPr>
        <p:spPr>
          <a:xfrm>
            <a:off x="3179630" y="3750966"/>
            <a:ext cx="595730" cy="700584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55C3327-CB68-E99A-FCB9-13979C487C27}"/>
              </a:ext>
            </a:extLst>
          </p:cNvPr>
          <p:cNvSpPr txBox="1"/>
          <p:nvPr/>
        </p:nvSpPr>
        <p:spPr>
          <a:xfrm>
            <a:off x="3451982" y="389046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4940E75-0CA5-F6EA-2393-8C86D8B494FF}"/>
              </a:ext>
            </a:extLst>
          </p:cNvPr>
          <p:cNvSpPr/>
          <p:nvPr/>
        </p:nvSpPr>
        <p:spPr>
          <a:xfrm>
            <a:off x="1623268" y="5396013"/>
            <a:ext cx="310913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通过或不通过的表现是什么？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4D0971F9-161E-DCB5-E94E-3928D0DDA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06" y="5279848"/>
            <a:ext cx="601662" cy="601662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9BA5E897-BA96-1596-7035-80145F3CF487}"/>
              </a:ext>
            </a:extLst>
          </p:cNvPr>
          <p:cNvSpPr txBox="1"/>
          <p:nvPr/>
        </p:nvSpPr>
        <p:spPr>
          <a:xfrm>
            <a:off x="9571026" y="2889294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F7D927AA-DBB4-EF6A-1D65-93DB69B5D8B7}"/>
              </a:ext>
            </a:extLst>
          </p:cNvPr>
          <p:cNvSpPr/>
          <p:nvPr/>
        </p:nvSpPr>
        <p:spPr>
          <a:xfrm>
            <a:off x="9476936" y="2956625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2EB61B28-F621-0561-7209-56BFAF678881}"/>
              </a:ext>
            </a:extLst>
          </p:cNvPr>
          <p:cNvCxnSpPr>
            <a:stCxn id="76" idx="2"/>
            <a:endCxn id="65" idx="3"/>
          </p:cNvCxnSpPr>
          <p:nvPr/>
        </p:nvCxnSpPr>
        <p:spPr>
          <a:xfrm flipH="1">
            <a:off x="8806324" y="3073960"/>
            <a:ext cx="670612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9C396A7B-416F-981A-4AAB-06A352A1F0B2}"/>
              </a:ext>
            </a:extLst>
          </p:cNvPr>
          <p:cNvSpPr txBox="1"/>
          <p:nvPr/>
        </p:nvSpPr>
        <p:spPr>
          <a:xfrm>
            <a:off x="9298311" y="3219652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沿着新链继续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51108A3-938A-AE08-EFE8-1C9923DEDEA4}"/>
              </a:ext>
            </a:extLst>
          </p:cNvPr>
          <p:cNvSpPr txBox="1"/>
          <p:nvPr/>
        </p:nvSpPr>
        <p:spPr>
          <a:xfrm>
            <a:off x="9513415" y="3965401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EB4FD801-3DD7-7405-6E36-6CEE2BE4F131}"/>
              </a:ext>
            </a:extLst>
          </p:cNvPr>
          <p:cNvSpPr/>
          <p:nvPr/>
        </p:nvSpPr>
        <p:spPr>
          <a:xfrm>
            <a:off x="9453691" y="4022968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3516526E-1073-4CA1-3FD2-D08FB7F114BA}"/>
              </a:ext>
            </a:extLst>
          </p:cNvPr>
          <p:cNvCxnSpPr>
            <a:stCxn id="81" idx="2"/>
            <a:endCxn id="64" idx="2"/>
          </p:cNvCxnSpPr>
          <p:nvPr/>
        </p:nvCxnSpPr>
        <p:spPr>
          <a:xfrm rot="10800000">
            <a:off x="7467929" y="3285935"/>
            <a:ext cx="1985763" cy="854369"/>
          </a:xfrm>
          <a:prstGeom prst="bentConnector2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44F29B9F-89E5-1664-FDF0-8228AAEDE35D}"/>
              </a:ext>
            </a:extLst>
          </p:cNvPr>
          <p:cNvSpPr txBox="1"/>
          <p:nvPr/>
        </p:nvSpPr>
        <p:spPr>
          <a:xfrm>
            <a:off x="7331719" y="3743258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沿着旧链继续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A6BF84FF-1FFA-377E-AA48-4BA539C69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2" y="2428581"/>
            <a:ext cx="574604" cy="574604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5CF89DCA-C568-1ED2-A122-094BF89C9238}"/>
              </a:ext>
            </a:extLst>
          </p:cNvPr>
          <p:cNvSpPr txBox="1"/>
          <p:nvPr/>
        </p:nvSpPr>
        <p:spPr>
          <a:xfrm>
            <a:off x="639270" y="2537173"/>
            <a:ext cx="35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升级节点先挖到新区块（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32MB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89" name="直线箭头连接符 14">
            <a:extLst>
              <a:ext uri="{FF2B5EF4-FFF2-40B4-BE49-F238E27FC236}">
                <a16:creationId xmlns:a16="http://schemas.microsoft.com/office/drawing/2014/main" id="{240FBFB2-C2BE-CC39-03DA-8C5FC5455369}"/>
              </a:ext>
            </a:extLst>
          </p:cNvPr>
          <p:cNvCxnSpPr>
            <a:cxnSpLocks/>
          </p:cNvCxnSpPr>
          <p:nvPr/>
        </p:nvCxnSpPr>
        <p:spPr>
          <a:xfrm flipH="1">
            <a:off x="7428922" y="5489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9F2482D8-036A-BF6F-FDAE-F756F711F4A2}"/>
              </a:ext>
            </a:extLst>
          </p:cNvPr>
          <p:cNvSpPr/>
          <p:nvPr/>
        </p:nvSpPr>
        <p:spPr>
          <a:xfrm>
            <a:off x="5463173" y="527054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EF05E32-08AC-AA00-3FF4-196C8CCC06C1}"/>
              </a:ext>
            </a:extLst>
          </p:cNvPr>
          <p:cNvSpPr/>
          <p:nvPr/>
        </p:nvSpPr>
        <p:spPr>
          <a:xfrm>
            <a:off x="6238335" y="527054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2" name="直线箭头连接符 13">
            <a:extLst>
              <a:ext uri="{FF2B5EF4-FFF2-40B4-BE49-F238E27FC236}">
                <a16:creationId xmlns:a16="http://schemas.microsoft.com/office/drawing/2014/main" id="{0C399E11-A344-A15A-91D3-D927A22C0A69}"/>
              </a:ext>
            </a:extLst>
          </p:cNvPr>
          <p:cNvCxnSpPr>
            <a:cxnSpLocks/>
          </p:cNvCxnSpPr>
          <p:nvPr/>
        </p:nvCxnSpPr>
        <p:spPr>
          <a:xfrm flipH="1">
            <a:off x="5895435" y="548252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14">
            <a:extLst>
              <a:ext uri="{FF2B5EF4-FFF2-40B4-BE49-F238E27FC236}">
                <a16:creationId xmlns:a16="http://schemas.microsoft.com/office/drawing/2014/main" id="{DE328B2E-E1E8-90DE-E440-790BB2B3DADF}"/>
              </a:ext>
            </a:extLst>
          </p:cNvPr>
          <p:cNvCxnSpPr>
            <a:cxnSpLocks/>
          </p:cNvCxnSpPr>
          <p:nvPr/>
        </p:nvCxnSpPr>
        <p:spPr>
          <a:xfrm flipH="1">
            <a:off x="6670597" y="548252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352ECDAA-97D0-A1DB-E49E-C13E4FF13003}"/>
              </a:ext>
            </a:extLst>
          </p:cNvPr>
          <p:cNvSpPr/>
          <p:nvPr/>
        </p:nvSpPr>
        <p:spPr>
          <a:xfrm>
            <a:off x="7007180" y="527054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E8F7C33-C020-81D6-2122-EB93C285EB0F}"/>
              </a:ext>
            </a:extLst>
          </p:cNvPr>
          <p:cNvSpPr/>
          <p:nvPr/>
        </p:nvSpPr>
        <p:spPr>
          <a:xfrm>
            <a:off x="7782342" y="5100331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6" name="直线箭头连接符 14">
            <a:extLst>
              <a:ext uri="{FF2B5EF4-FFF2-40B4-BE49-F238E27FC236}">
                <a16:creationId xmlns:a16="http://schemas.microsoft.com/office/drawing/2014/main" id="{A60A94E1-3E0C-50A6-9803-E005F67BEB4D}"/>
              </a:ext>
            </a:extLst>
          </p:cNvPr>
          <p:cNvCxnSpPr>
            <a:cxnSpLocks/>
          </p:cNvCxnSpPr>
          <p:nvPr/>
        </p:nvCxnSpPr>
        <p:spPr>
          <a:xfrm flipH="1">
            <a:off x="8553264" y="5489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0D0FD96-ECD8-E2F3-0D32-26AD36604DAA}"/>
              </a:ext>
            </a:extLst>
          </p:cNvPr>
          <p:cNvSpPr/>
          <p:nvPr/>
        </p:nvSpPr>
        <p:spPr>
          <a:xfrm>
            <a:off x="8906684" y="5100331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8" name="直线箭头连接符 14">
            <a:extLst>
              <a:ext uri="{FF2B5EF4-FFF2-40B4-BE49-F238E27FC236}">
                <a16:creationId xmlns:a16="http://schemas.microsoft.com/office/drawing/2014/main" id="{2F3673FE-EFA0-DB6E-D6A6-0F7E6B0C4AE6}"/>
              </a:ext>
            </a:extLst>
          </p:cNvPr>
          <p:cNvCxnSpPr>
            <a:cxnSpLocks/>
          </p:cNvCxnSpPr>
          <p:nvPr/>
        </p:nvCxnSpPr>
        <p:spPr>
          <a:xfrm flipH="1">
            <a:off x="9677606" y="549585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565ED984-859B-A63D-690C-F92F60C3F865}"/>
              </a:ext>
            </a:extLst>
          </p:cNvPr>
          <p:cNvSpPr/>
          <p:nvPr/>
        </p:nvSpPr>
        <p:spPr>
          <a:xfrm>
            <a:off x="10031026" y="5106996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0" name="直线箭头连接符 14">
            <a:extLst>
              <a:ext uri="{FF2B5EF4-FFF2-40B4-BE49-F238E27FC236}">
                <a16:creationId xmlns:a16="http://schemas.microsoft.com/office/drawing/2014/main" id="{B829C600-01D1-6AA2-7E4B-9453EE5CA9D1}"/>
              </a:ext>
            </a:extLst>
          </p:cNvPr>
          <p:cNvCxnSpPr>
            <a:cxnSpLocks/>
          </p:cNvCxnSpPr>
          <p:nvPr/>
        </p:nvCxnSpPr>
        <p:spPr>
          <a:xfrm flipH="1">
            <a:off x="10801948" y="548918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5C30FA42-55A5-E584-9F73-062E7FC31B05}"/>
              </a:ext>
            </a:extLst>
          </p:cNvPr>
          <p:cNvSpPr/>
          <p:nvPr/>
        </p:nvSpPr>
        <p:spPr>
          <a:xfrm>
            <a:off x="11155368" y="5100331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0DDA80C9-F20C-428D-17BB-A924E479B189}"/>
              </a:ext>
            </a:extLst>
          </p:cNvPr>
          <p:cNvSpPr/>
          <p:nvPr/>
        </p:nvSpPr>
        <p:spPr>
          <a:xfrm>
            <a:off x="7955893" y="6231614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848E58DC-7889-1759-F5DF-85BC4A9C87BA}"/>
              </a:ext>
            </a:extLst>
          </p:cNvPr>
          <p:cNvCxnSpPr>
            <a:stCxn id="102" idx="1"/>
          </p:cNvCxnSpPr>
          <p:nvPr/>
        </p:nvCxnSpPr>
        <p:spPr>
          <a:xfrm flipH="1" flipV="1">
            <a:off x="7439442" y="5694494"/>
            <a:ext cx="516451" cy="749095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6D397EFB-8433-8B6D-6602-5D143173A28E}"/>
              </a:ext>
            </a:extLst>
          </p:cNvPr>
          <p:cNvSpPr/>
          <p:nvPr/>
        </p:nvSpPr>
        <p:spPr>
          <a:xfrm>
            <a:off x="8698393" y="6231613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72980CB5-964C-A427-03D1-7ECC7A56814F}"/>
              </a:ext>
            </a:extLst>
          </p:cNvPr>
          <p:cNvSpPr/>
          <p:nvPr/>
        </p:nvSpPr>
        <p:spPr>
          <a:xfrm>
            <a:off x="9441817" y="6231612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7" name="直线箭头连接符 14">
            <a:extLst>
              <a:ext uri="{FF2B5EF4-FFF2-40B4-BE49-F238E27FC236}">
                <a16:creationId xmlns:a16="http://schemas.microsoft.com/office/drawing/2014/main" id="{021664D9-B848-5370-2712-618551DFAAB5}"/>
              </a:ext>
            </a:extLst>
          </p:cNvPr>
          <p:cNvCxnSpPr>
            <a:cxnSpLocks/>
            <a:stCxn id="105" idx="1"/>
            <a:endCxn id="102" idx="3"/>
          </p:cNvCxnSpPr>
          <p:nvPr/>
        </p:nvCxnSpPr>
        <p:spPr>
          <a:xfrm flipH="1">
            <a:off x="8388155" y="6443588"/>
            <a:ext cx="310238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4">
            <a:extLst>
              <a:ext uri="{FF2B5EF4-FFF2-40B4-BE49-F238E27FC236}">
                <a16:creationId xmlns:a16="http://schemas.microsoft.com/office/drawing/2014/main" id="{BF6E24CB-8A7E-8977-0021-F19391ADFF04}"/>
              </a:ext>
            </a:extLst>
          </p:cNvPr>
          <p:cNvCxnSpPr>
            <a:cxnSpLocks/>
            <a:stCxn id="106" idx="1"/>
            <a:endCxn id="105" idx="3"/>
          </p:cNvCxnSpPr>
          <p:nvPr/>
        </p:nvCxnSpPr>
        <p:spPr>
          <a:xfrm flipH="1">
            <a:off x="9130655" y="6443587"/>
            <a:ext cx="311162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08E19169-8386-E8DD-B1B0-7664D9681FDF}"/>
              </a:ext>
            </a:extLst>
          </p:cNvPr>
          <p:cNvSpPr/>
          <p:nvPr/>
        </p:nvSpPr>
        <p:spPr>
          <a:xfrm>
            <a:off x="10184317" y="6231612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4" name="直线箭头连接符 14">
            <a:extLst>
              <a:ext uri="{FF2B5EF4-FFF2-40B4-BE49-F238E27FC236}">
                <a16:creationId xmlns:a16="http://schemas.microsoft.com/office/drawing/2014/main" id="{5DA00178-72E2-46B0-71AA-40D675BC711D}"/>
              </a:ext>
            </a:extLst>
          </p:cNvPr>
          <p:cNvCxnSpPr>
            <a:cxnSpLocks/>
            <a:stCxn id="113" idx="1"/>
          </p:cNvCxnSpPr>
          <p:nvPr/>
        </p:nvCxnSpPr>
        <p:spPr>
          <a:xfrm flipH="1">
            <a:off x="9873155" y="6443587"/>
            <a:ext cx="311162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>
            <a:extLst>
              <a:ext uri="{FF2B5EF4-FFF2-40B4-BE49-F238E27FC236}">
                <a16:creationId xmlns:a16="http://schemas.microsoft.com/office/drawing/2014/main" id="{5968858F-296A-F3FC-85C5-13104746C0E5}"/>
              </a:ext>
            </a:extLst>
          </p:cNvPr>
          <p:cNvSpPr/>
          <p:nvPr/>
        </p:nvSpPr>
        <p:spPr>
          <a:xfrm>
            <a:off x="10926817" y="6231612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6" name="直线箭头连接符 14">
            <a:extLst>
              <a:ext uri="{FF2B5EF4-FFF2-40B4-BE49-F238E27FC236}">
                <a16:creationId xmlns:a16="http://schemas.microsoft.com/office/drawing/2014/main" id="{AF0ABB04-AB28-C64C-C9E4-F0172625CB88}"/>
              </a:ext>
            </a:extLst>
          </p:cNvPr>
          <p:cNvCxnSpPr>
            <a:cxnSpLocks/>
            <a:stCxn id="115" idx="1"/>
          </p:cNvCxnSpPr>
          <p:nvPr/>
        </p:nvCxnSpPr>
        <p:spPr>
          <a:xfrm flipH="1">
            <a:off x="10615655" y="6443587"/>
            <a:ext cx="311162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0188E55-2CDA-6289-D959-5D838218DA0B}"/>
              </a:ext>
            </a:extLst>
          </p:cNvPr>
          <p:cNvSpPr txBox="1"/>
          <p:nvPr/>
        </p:nvSpPr>
        <p:spPr>
          <a:xfrm>
            <a:off x="5804496" y="4732041"/>
            <a:ext cx="613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新链汇集了大多数算力（假设），最终会成为最长合法链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09B84CF-A982-4243-9867-6248E0C1EC97}"/>
              </a:ext>
            </a:extLst>
          </p:cNvPr>
          <p:cNvSpPr txBox="1"/>
          <p:nvPr/>
        </p:nvSpPr>
        <p:spPr>
          <a:xfrm>
            <a:off x="1925023" y="6265548"/>
            <a:ext cx="613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新链不是旧链的合法链，旧链和新链并行，造成永久分裂</a:t>
            </a:r>
          </a:p>
        </p:txBody>
      </p:sp>
    </p:spTree>
    <p:extLst>
      <p:ext uri="{BB962C8B-B14F-4D97-AF65-F5344CB8AC3E}">
        <p14:creationId xmlns:p14="http://schemas.microsoft.com/office/powerpoint/2010/main" val="40794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3" grpId="0" animBg="1"/>
      <p:bldP spid="16" grpId="0" animBg="1"/>
      <p:bldP spid="4" grpId="0"/>
      <p:bldP spid="9" grpId="0"/>
      <p:bldP spid="10" grpId="0"/>
      <p:bldP spid="19" grpId="0" animBg="1"/>
      <p:bldP spid="52" grpId="0"/>
      <p:bldP spid="54" grpId="0" animBg="1"/>
      <p:bldP spid="60" grpId="0" animBg="1"/>
      <p:bldP spid="61" grpId="0" animBg="1"/>
      <p:bldP spid="64" grpId="0" animBg="1"/>
      <p:bldP spid="65" grpId="0" animBg="1"/>
      <p:bldP spid="68" grpId="0"/>
      <p:bldP spid="69" grpId="0" animBg="1"/>
      <p:bldP spid="72" grpId="0"/>
      <p:bldP spid="73" grpId="0" animBg="1"/>
      <p:bldP spid="75" grpId="0"/>
      <p:bldP spid="76" grpId="0" animBg="1"/>
      <p:bldP spid="79" grpId="0"/>
      <p:bldP spid="80" grpId="0"/>
      <p:bldP spid="81" grpId="0" animBg="1"/>
      <p:bldP spid="84" grpId="0"/>
      <p:bldP spid="88" grpId="0"/>
      <p:bldP spid="90" grpId="0" animBg="1"/>
      <p:bldP spid="91" grpId="0" animBg="1"/>
      <p:bldP spid="94" grpId="0" animBg="1"/>
      <p:bldP spid="95" grpId="0" animBg="1"/>
      <p:bldP spid="97" grpId="0" animBg="1"/>
      <p:bldP spid="99" grpId="0" animBg="1"/>
      <p:bldP spid="101" grpId="0" animBg="1"/>
      <p:bldP spid="102" grpId="0" animBg="1"/>
      <p:bldP spid="105" grpId="0" animBg="1"/>
      <p:bldP spid="106" grpId="0" animBg="1"/>
      <p:bldP spid="113" grpId="0" animBg="1"/>
      <p:bldP spid="115" grpId="0" animBg="1"/>
      <p:bldP spid="117" grpId="0"/>
      <p:bldP spid="6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硬分叉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cxnSp>
        <p:nvCxnSpPr>
          <p:cNvPr id="3" name="直线箭头连接符 14">
            <a:extLst>
              <a:ext uri="{FF2B5EF4-FFF2-40B4-BE49-F238E27FC236}">
                <a16:creationId xmlns:a16="http://schemas.microsoft.com/office/drawing/2014/main" id="{3AFB53D4-BF41-2650-5A20-854594822E19}"/>
              </a:ext>
            </a:extLst>
          </p:cNvPr>
          <p:cNvCxnSpPr>
            <a:cxnSpLocks/>
          </p:cNvCxnSpPr>
          <p:nvPr/>
        </p:nvCxnSpPr>
        <p:spPr>
          <a:xfrm flipH="1">
            <a:off x="2436527" y="337544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BD183310-330A-096A-2938-0625A0B8146F}"/>
              </a:ext>
            </a:extLst>
          </p:cNvPr>
          <p:cNvSpPr/>
          <p:nvPr/>
        </p:nvSpPr>
        <p:spPr>
          <a:xfrm>
            <a:off x="470778" y="315680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59C39F-5C85-97BF-D4E5-964678058715}"/>
              </a:ext>
            </a:extLst>
          </p:cNvPr>
          <p:cNvSpPr/>
          <p:nvPr/>
        </p:nvSpPr>
        <p:spPr>
          <a:xfrm>
            <a:off x="1245940" y="315680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" name="直线箭头连接符 13">
            <a:extLst>
              <a:ext uri="{FF2B5EF4-FFF2-40B4-BE49-F238E27FC236}">
                <a16:creationId xmlns:a16="http://schemas.microsoft.com/office/drawing/2014/main" id="{33579CBA-D758-8B83-3203-DB35D989229F}"/>
              </a:ext>
            </a:extLst>
          </p:cNvPr>
          <p:cNvCxnSpPr>
            <a:cxnSpLocks/>
          </p:cNvCxnSpPr>
          <p:nvPr/>
        </p:nvCxnSpPr>
        <p:spPr>
          <a:xfrm flipH="1">
            <a:off x="903040" y="336877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4">
            <a:extLst>
              <a:ext uri="{FF2B5EF4-FFF2-40B4-BE49-F238E27FC236}">
                <a16:creationId xmlns:a16="http://schemas.microsoft.com/office/drawing/2014/main" id="{E11E58BA-2D30-0B49-1944-CFFC823DE8C3}"/>
              </a:ext>
            </a:extLst>
          </p:cNvPr>
          <p:cNvCxnSpPr>
            <a:cxnSpLocks/>
          </p:cNvCxnSpPr>
          <p:nvPr/>
        </p:nvCxnSpPr>
        <p:spPr>
          <a:xfrm flipH="1">
            <a:off x="1678202" y="336877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0BB1166-33E7-1CB3-E287-6F4F19B0A2C7}"/>
              </a:ext>
            </a:extLst>
          </p:cNvPr>
          <p:cNvSpPr/>
          <p:nvPr/>
        </p:nvSpPr>
        <p:spPr>
          <a:xfrm>
            <a:off x="2014785" y="315680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0C75E77-CE41-3868-3968-0EF1967A6C60}"/>
              </a:ext>
            </a:extLst>
          </p:cNvPr>
          <p:cNvSpPr txBox="1">
            <a:spLocks/>
          </p:cNvSpPr>
          <p:nvPr/>
        </p:nvSpPr>
        <p:spPr>
          <a:xfrm>
            <a:off x="222267" y="1225918"/>
            <a:ext cx="11348714" cy="128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假设：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系统中大多数算力的节点愿意配合软件升级，少量算力节点不愿意配合软件升级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18CD38-0E4B-5A72-CD37-3167B2015BC6}"/>
              </a:ext>
            </a:extLst>
          </p:cNvPr>
          <p:cNvSpPr txBox="1"/>
          <p:nvPr/>
        </p:nvSpPr>
        <p:spPr>
          <a:xfrm>
            <a:off x="8071041" y="1920338"/>
            <a:ext cx="3499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软件升级：区块大小限制为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32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06B002-C61B-18DE-7213-4CF9598DDECC}"/>
              </a:ext>
            </a:extLst>
          </p:cNvPr>
          <p:cNvSpPr txBox="1"/>
          <p:nvPr/>
        </p:nvSpPr>
        <p:spPr>
          <a:xfrm>
            <a:off x="428310" y="418613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794B7B1-6912-427D-0849-A070C6F849B0}"/>
              </a:ext>
            </a:extLst>
          </p:cNvPr>
          <p:cNvSpPr/>
          <p:nvPr/>
        </p:nvSpPr>
        <p:spPr>
          <a:xfrm>
            <a:off x="1941615" y="4253468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7AE80DC6-219A-CEDB-321E-8925629753D0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2141918" y="3587250"/>
            <a:ext cx="826751" cy="700584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F6E1AE9-74C4-4025-04DE-42B101ED0304}"/>
              </a:ext>
            </a:extLst>
          </p:cNvPr>
          <p:cNvSpPr txBox="1"/>
          <p:nvPr/>
        </p:nvSpPr>
        <p:spPr>
          <a:xfrm>
            <a:off x="660762" y="3737529"/>
            <a:ext cx="193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cxnSp>
        <p:nvCxnSpPr>
          <p:cNvPr id="59" name="直线箭头连接符 14">
            <a:extLst>
              <a:ext uri="{FF2B5EF4-FFF2-40B4-BE49-F238E27FC236}">
                <a16:creationId xmlns:a16="http://schemas.microsoft.com/office/drawing/2014/main" id="{2AE3580B-6E11-5A9D-9132-89140FFFE322}"/>
              </a:ext>
            </a:extLst>
          </p:cNvPr>
          <p:cNvCxnSpPr>
            <a:cxnSpLocks/>
          </p:cNvCxnSpPr>
          <p:nvPr/>
        </p:nvCxnSpPr>
        <p:spPr>
          <a:xfrm flipH="1">
            <a:off x="7673539" y="30806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D05F6BA-2D5B-D6D6-47DC-5048E9D5FAE5}"/>
              </a:ext>
            </a:extLst>
          </p:cNvPr>
          <p:cNvSpPr/>
          <p:nvPr/>
        </p:nvSpPr>
        <p:spPr>
          <a:xfrm>
            <a:off x="5707790" y="28619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03B53E6-B2A5-5A79-C434-B09DA6B7DBFB}"/>
              </a:ext>
            </a:extLst>
          </p:cNvPr>
          <p:cNvSpPr/>
          <p:nvPr/>
        </p:nvSpPr>
        <p:spPr>
          <a:xfrm>
            <a:off x="6482952" y="28619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2" name="直线箭头连接符 13">
            <a:extLst>
              <a:ext uri="{FF2B5EF4-FFF2-40B4-BE49-F238E27FC236}">
                <a16:creationId xmlns:a16="http://schemas.microsoft.com/office/drawing/2014/main" id="{9FC9FCAA-31C0-C00A-0A46-EB0B37FD9560}"/>
              </a:ext>
            </a:extLst>
          </p:cNvPr>
          <p:cNvCxnSpPr>
            <a:cxnSpLocks/>
          </p:cNvCxnSpPr>
          <p:nvPr/>
        </p:nvCxnSpPr>
        <p:spPr>
          <a:xfrm flipH="1">
            <a:off x="6140052" y="30739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14">
            <a:extLst>
              <a:ext uri="{FF2B5EF4-FFF2-40B4-BE49-F238E27FC236}">
                <a16:creationId xmlns:a16="http://schemas.microsoft.com/office/drawing/2014/main" id="{ACCE6866-D77A-7CDC-9FC4-A728F164374D}"/>
              </a:ext>
            </a:extLst>
          </p:cNvPr>
          <p:cNvCxnSpPr>
            <a:cxnSpLocks/>
          </p:cNvCxnSpPr>
          <p:nvPr/>
        </p:nvCxnSpPr>
        <p:spPr>
          <a:xfrm flipH="1">
            <a:off x="6915214" y="30739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C380509E-86A5-8C45-F7FD-2D6B55F8AE91}"/>
              </a:ext>
            </a:extLst>
          </p:cNvPr>
          <p:cNvSpPr/>
          <p:nvPr/>
        </p:nvSpPr>
        <p:spPr>
          <a:xfrm>
            <a:off x="7251797" y="286198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1B01EB9-85D5-DE03-44C4-1ED0BFFC3821}"/>
              </a:ext>
            </a:extLst>
          </p:cNvPr>
          <p:cNvSpPr/>
          <p:nvPr/>
        </p:nvSpPr>
        <p:spPr>
          <a:xfrm>
            <a:off x="8787718" y="2692014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6950A82-CC91-E03D-FB9B-C103B25CB1B1}"/>
              </a:ext>
            </a:extLst>
          </p:cNvPr>
          <p:cNvSpPr txBox="1"/>
          <p:nvPr/>
        </p:nvSpPr>
        <p:spPr>
          <a:xfrm>
            <a:off x="3624123" y="418613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12BAA1EF-03C4-16DF-E77D-453D9AAF424D}"/>
              </a:ext>
            </a:extLst>
          </p:cNvPr>
          <p:cNvSpPr/>
          <p:nvPr/>
        </p:nvSpPr>
        <p:spPr>
          <a:xfrm>
            <a:off x="3530033" y="4253468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0EE24E1C-1142-F5D3-F039-55A240C315D4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2968669" y="3587250"/>
            <a:ext cx="595730" cy="700584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55C3327-CB68-E99A-FCB9-13979C487C27}"/>
              </a:ext>
            </a:extLst>
          </p:cNvPr>
          <p:cNvSpPr txBox="1"/>
          <p:nvPr/>
        </p:nvSpPr>
        <p:spPr>
          <a:xfrm>
            <a:off x="3241021" y="3726751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BA5E897-BA96-1596-7035-80145F3CF487}"/>
              </a:ext>
            </a:extLst>
          </p:cNvPr>
          <p:cNvSpPr txBox="1"/>
          <p:nvPr/>
        </p:nvSpPr>
        <p:spPr>
          <a:xfrm>
            <a:off x="10331785" y="288953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F7D927AA-DBB4-EF6A-1D65-93DB69B5D8B7}"/>
              </a:ext>
            </a:extLst>
          </p:cNvPr>
          <p:cNvSpPr/>
          <p:nvPr/>
        </p:nvSpPr>
        <p:spPr>
          <a:xfrm>
            <a:off x="10237695" y="2956868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2EB61B28-F621-0561-7209-56BFAF678881}"/>
              </a:ext>
            </a:extLst>
          </p:cNvPr>
          <p:cNvCxnSpPr>
            <a:stCxn id="76" idx="2"/>
            <a:endCxn id="65" idx="3"/>
          </p:cNvCxnSpPr>
          <p:nvPr/>
        </p:nvCxnSpPr>
        <p:spPr>
          <a:xfrm flipH="1">
            <a:off x="9567083" y="3074203"/>
            <a:ext cx="670612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9C396A7B-416F-981A-4AAB-06A352A1F0B2}"/>
              </a:ext>
            </a:extLst>
          </p:cNvPr>
          <p:cNvSpPr txBox="1"/>
          <p:nvPr/>
        </p:nvSpPr>
        <p:spPr>
          <a:xfrm>
            <a:off x="10059070" y="3219895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沿着新链继续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51108A3-938A-AE08-EFE8-1C9923DEDEA4}"/>
              </a:ext>
            </a:extLst>
          </p:cNvPr>
          <p:cNvSpPr txBox="1"/>
          <p:nvPr/>
        </p:nvSpPr>
        <p:spPr>
          <a:xfrm>
            <a:off x="9513415" y="3965401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EB4FD801-3DD7-7405-6E36-6CEE2BE4F131}"/>
              </a:ext>
            </a:extLst>
          </p:cNvPr>
          <p:cNvSpPr/>
          <p:nvPr/>
        </p:nvSpPr>
        <p:spPr>
          <a:xfrm>
            <a:off x="9453691" y="4022968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3516526E-1073-4CA1-3FD2-D08FB7F114BA}"/>
              </a:ext>
            </a:extLst>
          </p:cNvPr>
          <p:cNvCxnSpPr>
            <a:cxnSpLocks/>
            <a:stCxn id="81" idx="2"/>
            <a:endCxn id="33" idx="2"/>
          </p:cNvCxnSpPr>
          <p:nvPr/>
        </p:nvCxnSpPr>
        <p:spPr>
          <a:xfrm rot="10800000">
            <a:off x="8242891" y="3285935"/>
            <a:ext cx="1210800" cy="854369"/>
          </a:xfrm>
          <a:prstGeom prst="bentConnector2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44F29B9F-89E5-1664-FDF0-8228AAEDE35D}"/>
              </a:ext>
            </a:extLst>
          </p:cNvPr>
          <p:cNvSpPr txBox="1"/>
          <p:nvPr/>
        </p:nvSpPr>
        <p:spPr>
          <a:xfrm>
            <a:off x="6073082" y="3786805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沿着旧链继续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5CF89DCA-C568-1ED2-A122-094BF89C9238}"/>
              </a:ext>
            </a:extLst>
          </p:cNvPr>
          <p:cNvSpPr txBox="1"/>
          <p:nvPr/>
        </p:nvSpPr>
        <p:spPr>
          <a:xfrm>
            <a:off x="697429" y="2521592"/>
            <a:ext cx="35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未升级节点先挖到老区块（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89" name="直线箭头连接符 14">
            <a:extLst>
              <a:ext uri="{FF2B5EF4-FFF2-40B4-BE49-F238E27FC236}">
                <a16:creationId xmlns:a16="http://schemas.microsoft.com/office/drawing/2014/main" id="{240FBFB2-C2BE-CC39-03DA-8C5FC5455369}"/>
              </a:ext>
            </a:extLst>
          </p:cNvPr>
          <p:cNvCxnSpPr>
            <a:cxnSpLocks/>
          </p:cNvCxnSpPr>
          <p:nvPr/>
        </p:nvCxnSpPr>
        <p:spPr>
          <a:xfrm flipH="1">
            <a:off x="7568343" y="510803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9F2482D8-036A-BF6F-FDAE-F756F711F4A2}"/>
              </a:ext>
            </a:extLst>
          </p:cNvPr>
          <p:cNvSpPr/>
          <p:nvPr/>
        </p:nvSpPr>
        <p:spPr>
          <a:xfrm>
            <a:off x="5602594" y="488940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EF05E32-08AC-AA00-3FF4-196C8CCC06C1}"/>
              </a:ext>
            </a:extLst>
          </p:cNvPr>
          <p:cNvSpPr/>
          <p:nvPr/>
        </p:nvSpPr>
        <p:spPr>
          <a:xfrm>
            <a:off x="6377756" y="488940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2" name="直线箭头连接符 13">
            <a:extLst>
              <a:ext uri="{FF2B5EF4-FFF2-40B4-BE49-F238E27FC236}">
                <a16:creationId xmlns:a16="http://schemas.microsoft.com/office/drawing/2014/main" id="{0C399E11-A344-A15A-91D3-D927A22C0A69}"/>
              </a:ext>
            </a:extLst>
          </p:cNvPr>
          <p:cNvCxnSpPr>
            <a:cxnSpLocks/>
          </p:cNvCxnSpPr>
          <p:nvPr/>
        </p:nvCxnSpPr>
        <p:spPr>
          <a:xfrm flipH="1">
            <a:off x="6034856" y="510137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14">
            <a:extLst>
              <a:ext uri="{FF2B5EF4-FFF2-40B4-BE49-F238E27FC236}">
                <a16:creationId xmlns:a16="http://schemas.microsoft.com/office/drawing/2014/main" id="{DE328B2E-E1E8-90DE-E440-790BB2B3DADF}"/>
              </a:ext>
            </a:extLst>
          </p:cNvPr>
          <p:cNvCxnSpPr>
            <a:cxnSpLocks/>
          </p:cNvCxnSpPr>
          <p:nvPr/>
        </p:nvCxnSpPr>
        <p:spPr>
          <a:xfrm flipH="1">
            <a:off x="6810018" y="510137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352ECDAA-97D0-A1DB-E49E-C13E4FF13003}"/>
              </a:ext>
            </a:extLst>
          </p:cNvPr>
          <p:cNvSpPr/>
          <p:nvPr/>
        </p:nvSpPr>
        <p:spPr>
          <a:xfrm>
            <a:off x="7146601" y="488939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6" name="直线箭头连接符 14">
            <a:extLst>
              <a:ext uri="{FF2B5EF4-FFF2-40B4-BE49-F238E27FC236}">
                <a16:creationId xmlns:a16="http://schemas.microsoft.com/office/drawing/2014/main" id="{A60A94E1-3E0C-50A6-9803-E005F67BEB4D}"/>
              </a:ext>
            </a:extLst>
          </p:cNvPr>
          <p:cNvCxnSpPr>
            <a:cxnSpLocks/>
          </p:cNvCxnSpPr>
          <p:nvPr/>
        </p:nvCxnSpPr>
        <p:spPr>
          <a:xfrm flipH="1">
            <a:off x="8352821" y="510803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0D0FD96-ECD8-E2F3-0D32-26AD36604DAA}"/>
              </a:ext>
            </a:extLst>
          </p:cNvPr>
          <p:cNvSpPr/>
          <p:nvPr/>
        </p:nvSpPr>
        <p:spPr>
          <a:xfrm>
            <a:off x="8706241" y="4719185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8" name="直线箭头连接符 14">
            <a:extLst>
              <a:ext uri="{FF2B5EF4-FFF2-40B4-BE49-F238E27FC236}">
                <a16:creationId xmlns:a16="http://schemas.microsoft.com/office/drawing/2014/main" id="{2F3673FE-EFA0-DB6E-D6A6-0F7E6B0C4AE6}"/>
              </a:ext>
            </a:extLst>
          </p:cNvPr>
          <p:cNvCxnSpPr>
            <a:cxnSpLocks/>
          </p:cNvCxnSpPr>
          <p:nvPr/>
        </p:nvCxnSpPr>
        <p:spPr>
          <a:xfrm flipH="1">
            <a:off x="9477163" y="511470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565ED984-859B-A63D-690C-F92F60C3F865}"/>
              </a:ext>
            </a:extLst>
          </p:cNvPr>
          <p:cNvSpPr/>
          <p:nvPr/>
        </p:nvSpPr>
        <p:spPr>
          <a:xfrm>
            <a:off x="9830583" y="4725850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0" name="直线箭头连接符 14">
            <a:extLst>
              <a:ext uri="{FF2B5EF4-FFF2-40B4-BE49-F238E27FC236}">
                <a16:creationId xmlns:a16="http://schemas.microsoft.com/office/drawing/2014/main" id="{B829C600-01D1-6AA2-7E4B-9453EE5CA9D1}"/>
              </a:ext>
            </a:extLst>
          </p:cNvPr>
          <p:cNvCxnSpPr>
            <a:cxnSpLocks/>
          </p:cNvCxnSpPr>
          <p:nvPr/>
        </p:nvCxnSpPr>
        <p:spPr>
          <a:xfrm flipH="1">
            <a:off x="10601505" y="510803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5C30FA42-55A5-E584-9F73-062E7FC31B05}"/>
              </a:ext>
            </a:extLst>
          </p:cNvPr>
          <p:cNvSpPr/>
          <p:nvPr/>
        </p:nvSpPr>
        <p:spPr>
          <a:xfrm>
            <a:off x="10954925" y="4719185"/>
            <a:ext cx="779365" cy="764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848E58DC-7889-1759-F5DF-85BC4A9C87BA}"/>
              </a:ext>
            </a:extLst>
          </p:cNvPr>
          <p:cNvCxnSpPr>
            <a:cxnSpLocks/>
          </p:cNvCxnSpPr>
          <p:nvPr/>
        </p:nvCxnSpPr>
        <p:spPr>
          <a:xfrm flipH="1" flipV="1">
            <a:off x="8330127" y="5305704"/>
            <a:ext cx="516451" cy="749095"/>
          </a:xfrm>
          <a:prstGeom prst="straightConnector1">
            <a:avLst/>
          </a:prstGeom>
          <a:ln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6D397EFB-8433-8B6D-6602-5D143173A28E}"/>
              </a:ext>
            </a:extLst>
          </p:cNvPr>
          <p:cNvSpPr/>
          <p:nvPr/>
        </p:nvSpPr>
        <p:spPr>
          <a:xfrm>
            <a:off x="8837814" y="5850467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72980CB5-964C-A427-03D1-7ECC7A56814F}"/>
              </a:ext>
            </a:extLst>
          </p:cNvPr>
          <p:cNvSpPr/>
          <p:nvPr/>
        </p:nvSpPr>
        <p:spPr>
          <a:xfrm>
            <a:off x="9581238" y="5850466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0" name="直线箭头连接符 14">
            <a:extLst>
              <a:ext uri="{FF2B5EF4-FFF2-40B4-BE49-F238E27FC236}">
                <a16:creationId xmlns:a16="http://schemas.microsoft.com/office/drawing/2014/main" id="{BF6E24CB-8A7E-8977-0021-F19391ADFF04}"/>
              </a:ext>
            </a:extLst>
          </p:cNvPr>
          <p:cNvCxnSpPr>
            <a:cxnSpLocks/>
            <a:stCxn id="106" idx="1"/>
            <a:endCxn id="105" idx="3"/>
          </p:cNvCxnSpPr>
          <p:nvPr/>
        </p:nvCxnSpPr>
        <p:spPr>
          <a:xfrm flipH="1">
            <a:off x="9270076" y="6062441"/>
            <a:ext cx="311162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08E19169-8386-E8DD-B1B0-7664D9681FDF}"/>
              </a:ext>
            </a:extLst>
          </p:cNvPr>
          <p:cNvSpPr/>
          <p:nvPr/>
        </p:nvSpPr>
        <p:spPr>
          <a:xfrm>
            <a:off x="10323738" y="5850466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4" name="直线箭头连接符 14">
            <a:extLst>
              <a:ext uri="{FF2B5EF4-FFF2-40B4-BE49-F238E27FC236}">
                <a16:creationId xmlns:a16="http://schemas.microsoft.com/office/drawing/2014/main" id="{5DA00178-72E2-46B0-71AA-40D675BC711D}"/>
              </a:ext>
            </a:extLst>
          </p:cNvPr>
          <p:cNvCxnSpPr>
            <a:cxnSpLocks/>
            <a:stCxn id="113" idx="1"/>
          </p:cNvCxnSpPr>
          <p:nvPr/>
        </p:nvCxnSpPr>
        <p:spPr>
          <a:xfrm flipH="1">
            <a:off x="10012576" y="6062441"/>
            <a:ext cx="311162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>
            <a:extLst>
              <a:ext uri="{FF2B5EF4-FFF2-40B4-BE49-F238E27FC236}">
                <a16:creationId xmlns:a16="http://schemas.microsoft.com/office/drawing/2014/main" id="{5968858F-296A-F3FC-85C5-13104746C0E5}"/>
              </a:ext>
            </a:extLst>
          </p:cNvPr>
          <p:cNvSpPr/>
          <p:nvPr/>
        </p:nvSpPr>
        <p:spPr>
          <a:xfrm>
            <a:off x="11066238" y="5850466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6" name="直线箭头连接符 14">
            <a:extLst>
              <a:ext uri="{FF2B5EF4-FFF2-40B4-BE49-F238E27FC236}">
                <a16:creationId xmlns:a16="http://schemas.microsoft.com/office/drawing/2014/main" id="{AF0ABB04-AB28-C64C-C9E4-F0172625CB88}"/>
              </a:ext>
            </a:extLst>
          </p:cNvPr>
          <p:cNvCxnSpPr>
            <a:cxnSpLocks/>
            <a:stCxn id="115" idx="1"/>
          </p:cNvCxnSpPr>
          <p:nvPr/>
        </p:nvCxnSpPr>
        <p:spPr>
          <a:xfrm flipH="1">
            <a:off x="10755076" y="6062441"/>
            <a:ext cx="311162" cy="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8B8D1F36-9CC6-BB0D-754C-C6CCC10C3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3" y="2404468"/>
            <a:ext cx="574606" cy="57460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E643811-B881-2C8D-BB4F-EDC8C9FB1899}"/>
              </a:ext>
            </a:extLst>
          </p:cNvPr>
          <p:cNvSpPr/>
          <p:nvPr/>
        </p:nvSpPr>
        <p:spPr>
          <a:xfrm>
            <a:off x="2779487" y="315621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B3F4A39-6990-0FE5-9D9E-D0121039DADE}"/>
              </a:ext>
            </a:extLst>
          </p:cNvPr>
          <p:cNvCxnSpPr>
            <a:cxnSpLocks/>
          </p:cNvCxnSpPr>
          <p:nvPr/>
        </p:nvCxnSpPr>
        <p:spPr>
          <a:xfrm flipH="1">
            <a:off x="2436467" y="54908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6FFABB4-E826-872B-B4E2-8313CC2EA66D}"/>
              </a:ext>
            </a:extLst>
          </p:cNvPr>
          <p:cNvSpPr/>
          <p:nvPr/>
        </p:nvSpPr>
        <p:spPr>
          <a:xfrm>
            <a:off x="470718" y="527217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828FB6-0E38-D53B-3A7C-B55C065C8240}"/>
              </a:ext>
            </a:extLst>
          </p:cNvPr>
          <p:cNvSpPr/>
          <p:nvPr/>
        </p:nvSpPr>
        <p:spPr>
          <a:xfrm>
            <a:off x="1245880" y="527217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" name="直线箭头连接符 13">
            <a:extLst>
              <a:ext uri="{FF2B5EF4-FFF2-40B4-BE49-F238E27FC236}">
                <a16:creationId xmlns:a16="http://schemas.microsoft.com/office/drawing/2014/main" id="{809018C1-FD03-490C-7CF9-01673E048BDA}"/>
              </a:ext>
            </a:extLst>
          </p:cNvPr>
          <p:cNvCxnSpPr>
            <a:cxnSpLocks/>
          </p:cNvCxnSpPr>
          <p:nvPr/>
        </p:nvCxnSpPr>
        <p:spPr>
          <a:xfrm flipH="1">
            <a:off x="902980" y="548415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14">
            <a:extLst>
              <a:ext uri="{FF2B5EF4-FFF2-40B4-BE49-F238E27FC236}">
                <a16:creationId xmlns:a16="http://schemas.microsoft.com/office/drawing/2014/main" id="{21DE9794-D6C2-39D2-44B2-866E0CACEB67}"/>
              </a:ext>
            </a:extLst>
          </p:cNvPr>
          <p:cNvCxnSpPr>
            <a:cxnSpLocks/>
          </p:cNvCxnSpPr>
          <p:nvPr/>
        </p:nvCxnSpPr>
        <p:spPr>
          <a:xfrm flipH="1">
            <a:off x="1678142" y="548415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B71101E-C4EE-3D08-EB66-81995D78DDCC}"/>
              </a:ext>
            </a:extLst>
          </p:cNvPr>
          <p:cNvSpPr/>
          <p:nvPr/>
        </p:nvSpPr>
        <p:spPr>
          <a:xfrm>
            <a:off x="2014725" y="527217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C7792C-C672-9D37-7B94-679A06FB8E6C}"/>
              </a:ext>
            </a:extLst>
          </p:cNvPr>
          <p:cNvSpPr/>
          <p:nvPr/>
        </p:nvSpPr>
        <p:spPr>
          <a:xfrm>
            <a:off x="2779427" y="527158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B85FFD7-E196-8088-088A-36F9E76AE942}"/>
              </a:ext>
            </a:extLst>
          </p:cNvPr>
          <p:cNvSpPr/>
          <p:nvPr/>
        </p:nvSpPr>
        <p:spPr>
          <a:xfrm>
            <a:off x="3762880" y="5850466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64F4FAE-AAE5-9F32-BD80-2582157D0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564" y="5030287"/>
            <a:ext cx="241300" cy="241300"/>
          </a:xfrm>
          <a:prstGeom prst="rect">
            <a:avLst/>
          </a:prstGeom>
        </p:spPr>
      </p:pic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24150CDA-AF60-8BF0-F53F-FC670EB15B79}"/>
              </a:ext>
            </a:extLst>
          </p:cNvPr>
          <p:cNvCxnSpPr>
            <a:stCxn id="26" idx="1"/>
            <a:endCxn id="23" idx="3"/>
          </p:cNvCxnSpPr>
          <p:nvPr/>
        </p:nvCxnSpPr>
        <p:spPr>
          <a:xfrm flipH="1">
            <a:off x="3211689" y="5150937"/>
            <a:ext cx="547875" cy="332625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F6C64053-1E9D-C465-7C3B-FBE4E15A0565}"/>
              </a:ext>
            </a:extLst>
          </p:cNvPr>
          <p:cNvCxnSpPr>
            <a:stCxn id="24" idx="2"/>
            <a:endCxn id="23" idx="3"/>
          </p:cNvCxnSpPr>
          <p:nvPr/>
        </p:nvCxnSpPr>
        <p:spPr>
          <a:xfrm flipH="1" flipV="1">
            <a:off x="3211689" y="5483562"/>
            <a:ext cx="551191" cy="484239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A4BD216-43D0-1E14-B304-B4444891F9EF}"/>
              </a:ext>
            </a:extLst>
          </p:cNvPr>
          <p:cNvSpPr txBox="1"/>
          <p:nvPr/>
        </p:nvSpPr>
        <p:spPr>
          <a:xfrm>
            <a:off x="3268753" y="5355482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沿着该链继续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线箭头连接符 14">
            <a:extLst>
              <a:ext uri="{FF2B5EF4-FFF2-40B4-BE49-F238E27FC236}">
                <a16:creationId xmlns:a16="http://schemas.microsoft.com/office/drawing/2014/main" id="{92D5194F-A5FD-C35F-BB7B-53D7834A5B4D}"/>
              </a:ext>
            </a:extLst>
          </p:cNvPr>
          <p:cNvCxnSpPr>
            <a:cxnSpLocks/>
          </p:cNvCxnSpPr>
          <p:nvPr/>
        </p:nvCxnSpPr>
        <p:spPr>
          <a:xfrm flipH="1">
            <a:off x="8448502" y="30806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D4986DBA-3212-3D27-6DF6-20DF1A109E95}"/>
              </a:ext>
            </a:extLst>
          </p:cNvPr>
          <p:cNvSpPr/>
          <p:nvPr/>
        </p:nvSpPr>
        <p:spPr>
          <a:xfrm>
            <a:off x="8026760" y="286198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E70BDE-25DB-6065-9E4C-EA3F6165FF83}"/>
              </a:ext>
            </a:extLst>
          </p:cNvPr>
          <p:cNvSpPr/>
          <p:nvPr/>
        </p:nvSpPr>
        <p:spPr>
          <a:xfrm>
            <a:off x="4971082" y="6259344"/>
            <a:ext cx="217551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为什么这是必然的？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CBAC7F7-989E-9F0A-E602-0C9A2FEBCB1B}"/>
              </a:ext>
            </a:extLst>
          </p:cNvPr>
          <p:cNvSpPr/>
          <p:nvPr/>
        </p:nvSpPr>
        <p:spPr>
          <a:xfrm>
            <a:off x="7909123" y="488939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FFEECD7-3203-6F80-3706-79824FA416E1}"/>
              </a:ext>
            </a:extLst>
          </p:cNvPr>
          <p:cNvSpPr txBox="1"/>
          <p:nvPr/>
        </p:nvSpPr>
        <p:spPr>
          <a:xfrm>
            <a:off x="655470" y="6256388"/>
            <a:ext cx="3642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总会有某一时刻，首先挖到大区块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E3D98BA9-8892-FA7B-FC56-4E72622E33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923" y="6140223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5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3" grpId="0" animBg="1"/>
      <p:bldP spid="4" grpId="0"/>
      <p:bldP spid="9" grpId="0"/>
      <p:bldP spid="10" grpId="0"/>
      <p:bldP spid="19" grpId="0" animBg="1"/>
      <p:bldP spid="52" grpId="0"/>
      <p:bldP spid="60" grpId="0" animBg="1"/>
      <p:bldP spid="61" grpId="0" animBg="1"/>
      <p:bldP spid="64" grpId="0" animBg="1"/>
      <p:bldP spid="65" grpId="0" animBg="1"/>
      <p:bldP spid="68" grpId="0"/>
      <p:bldP spid="69" grpId="0" animBg="1"/>
      <p:bldP spid="72" grpId="0"/>
      <p:bldP spid="75" grpId="0"/>
      <p:bldP spid="76" grpId="0" animBg="1"/>
      <p:bldP spid="79" grpId="0"/>
      <p:bldP spid="80" grpId="0"/>
      <p:bldP spid="81" grpId="0" animBg="1"/>
      <p:bldP spid="84" grpId="0"/>
      <p:bldP spid="88" grpId="0"/>
      <p:bldP spid="90" grpId="0" animBg="1"/>
      <p:bldP spid="91" grpId="0" animBg="1"/>
      <p:bldP spid="94" grpId="0" animBg="1"/>
      <p:bldP spid="97" grpId="0" animBg="1"/>
      <p:bldP spid="99" grpId="0" animBg="1"/>
      <p:bldP spid="101" grpId="0" animBg="1"/>
      <p:bldP spid="105" grpId="0" animBg="1"/>
      <p:bldP spid="106" grpId="0" animBg="1"/>
      <p:bldP spid="113" grpId="0" animBg="1"/>
      <p:bldP spid="115" grpId="0" animBg="1"/>
      <p:bldP spid="14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31" grpId="0"/>
      <p:bldP spid="33" grpId="0" animBg="1"/>
      <p:bldP spid="34" grpId="0" animBg="1"/>
      <p:bldP spid="35" grpId="0" animBg="1"/>
      <p:bldP spid="3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软分叉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sp>
        <p:nvSpPr>
          <p:cNvPr id="86" name="内容占位符 2">
            <a:extLst>
              <a:ext uri="{FF2B5EF4-FFF2-40B4-BE49-F238E27FC236}">
                <a16:creationId xmlns:a16="http://schemas.microsoft.com/office/drawing/2014/main" id="{69E364E3-D679-4920-8361-41422155655B}"/>
              </a:ext>
            </a:extLst>
          </p:cNvPr>
          <p:cNvSpPr txBox="1">
            <a:spLocks/>
          </p:cNvSpPr>
          <p:nvPr/>
        </p:nvSpPr>
        <p:spPr>
          <a:xfrm>
            <a:off x="165624" y="1375646"/>
            <a:ext cx="11348714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软分叉：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前向兼容的系统软件升级、临时性的分叉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26EAD88-840A-CD35-3934-FCE4FAFC9AE0}"/>
              </a:ext>
            </a:extLst>
          </p:cNvPr>
          <p:cNvSpPr txBox="1">
            <a:spLocks/>
          </p:cNvSpPr>
          <p:nvPr/>
        </p:nvSpPr>
        <p:spPr>
          <a:xfrm>
            <a:off x="165622" y="2202332"/>
            <a:ext cx="11348714" cy="128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假设：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系统中大多数算力的节点愿意配合软件升级，少量算力节点不愿意配合软件升级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FFC120-CC89-8E9F-A958-A2924CA4E374}"/>
              </a:ext>
            </a:extLst>
          </p:cNvPr>
          <p:cNvSpPr/>
          <p:nvPr/>
        </p:nvSpPr>
        <p:spPr>
          <a:xfrm>
            <a:off x="622133" y="467269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341EB4-3CD4-7912-F4A0-B5959F94733F}"/>
              </a:ext>
            </a:extLst>
          </p:cNvPr>
          <p:cNvSpPr/>
          <p:nvPr/>
        </p:nvSpPr>
        <p:spPr>
          <a:xfrm>
            <a:off x="1397295" y="467269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8" name="直线箭头连接符 13">
            <a:extLst>
              <a:ext uri="{FF2B5EF4-FFF2-40B4-BE49-F238E27FC236}">
                <a16:creationId xmlns:a16="http://schemas.microsoft.com/office/drawing/2014/main" id="{2EC5E3EB-3448-CC51-09FA-D916EB57AE04}"/>
              </a:ext>
            </a:extLst>
          </p:cNvPr>
          <p:cNvCxnSpPr>
            <a:cxnSpLocks/>
          </p:cNvCxnSpPr>
          <p:nvPr/>
        </p:nvCxnSpPr>
        <p:spPr>
          <a:xfrm flipH="1">
            <a:off x="1054395" y="488466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14">
            <a:extLst>
              <a:ext uri="{FF2B5EF4-FFF2-40B4-BE49-F238E27FC236}">
                <a16:creationId xmlns:a16="http://schemas.microsoft.com/office/drawing/2014/main" id="{811A572A-D43C-7B5E-4648-C3910759F550}"/>
              </a:ext>
            </a:extLst>
          </p:cNvPr>
          <p:cNvCxnSpPr>
            <a:cxnSpLocks/>
          </p:cNvCxnSpPr>
          <p:nvPr/>
        </p:nvCxnSpPr>
        <p:spPr>
          <a:xfrm flipH="1">
            <a:off x="1829557" y="488466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22D1F4A8-77BA-3530-84D0-FF3E637F3AA8}"/>
              </a:ext>
            </a:extLst>
          </p:cNvPr>
          <p:cNvSpPr/>
          <p:nvPr/>
        </p:nvSpPr>
        <p:spPr>
          <a:xfrm>
            <a:off x="2166140" y="467269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B424BC43-84B9-DB15-464D-C2315D633DA0}"/>
              </a:ext>
            </a:extLst>
          </p:cNvPr>
          <p:cNvCxnSpPr>
            <a:stCxn id="52" idx="3"/>
          </p:cNvCxnSpPr>
          <p:nvPr/>
        </p:nvCxnSpPr>
        <p:spPr>
          <a:xfrm flipV="1">
            <a:off x="2598402" y="4467842"/>
            <a:ext cx="1213648" cy="416827"/>
          </a:xfrm>
          <a:prstGeom prst="straightConnector1">
            <a:avLst/>
          </a:prstGeom>
          <a:ln w="38100">
            <a:solidFill>
              <a:srgbClr val="F9BC1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内容占位符 2">
            <a:extLst>
              <a:ext uri="{FF2B5EF4-FFF2-40B4-BE49-F238E27FC236}">
                <a16:creationId xmlns:a16="http://schemas.microsoft.com/office/drawing/2014/main" id="{DDE87CDC-0B65-851F-1B47-496DE74C6E91}"/>
              </a:ext>
            </a:extLst>
          </p:cNvPr>
          <p:cNvSpPr txBox="1">
            <a:spLocks/>
          </p:cNvSpPr>
          <p:nvPr/>
        </p:nvSpPr>
        <p:spPr>
          <a:xfrm>
            <a:off x="3812050" y="4100780"/>
            <a:ext cx="7922102" cy="68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发布一个软件升级，将区块大小限制为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0.5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08123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4" grpId="0"/>
      <p:bldP spid="10" grpId="0" animBg="1"/>
      <p:bldP spid="19" grpId="0" animBg="1"/>
      <p:bldP spid="52" grpId="0" animBg="1"/>
      <p:bldP spid="8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软分叉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217115A-40CF-4E98-B4B0-3352AE76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25" y="1370393"/>
            <a:ext cx="574604" cy="57460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8A84C70-83F6-4C90-BAAD-1D4729FA6FA6}"/>
              </a:ext>
            </a:extLst>
          </p:cNvPr>
          <p:cNvSpPr txBox="1"/>
          <p:nvPr/>
        </p:nvSpPr>
        <p:spPr>
          <a:xfrm>
            <a:off x="715612" y="1473510"/>
            <a:ext cx="387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已升级节点先挖到新区块（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0.5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16" name="直线箭头连接符 14">
            <a:extLst>
              <a:ext uri="{FF2B5EF4-FFF2-40B4-BE49-F238E27FC236}">
                <a16:creationId xmlns:a16="http://schemas.microsoft.com/office/drawing/2014/main" id="{BE514CE1-FAF8-4CBB-A646-E6C228FCE273}"/>
              </a:ext>
            </a:extLst>
          </p:cNvPr>
          <p:cNvCxnSpPr>
            <a:cxnSpLocks/>
          </p:cNvCxnSpPr>
          <p:nvPr/>
        </p:nvCxnSpPr>
        <p:spPr>
          <a:xfrm flipH="1">
            <a:off x="2560601" y="25186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DB24CB6-A969-4FCA-8C97-EC839453A5A5}"/>
              </a:ext>
            </a:extLst>
          </p:cNvPr>
          <p:cNvSpPr/>
          <p:nvPr/>
        </p:nvSpPr>
        <p:spPr>
          <a:xfrm>
            <a:off x="594852" y="230002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9EECB6-B7C7-499A-B88B-DE9F1CEA0ABB}"/>
              </a:ext>
            </a:extLst>
          </p:cNvPr>
          <p:cNvSpPr/>
          <p:nvPr/>
        </p:nvSpPr>
        <p:spPr>
          <a:xfrm>
            <a:off x="1370014" y="230002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" name="直线箭头连接符 13">
            <a:extLst>
              <a:ext uri="{FF2B5EF4-FFF2-40B4-BE49-F238E27FC236}">
                <a16:creationId xmlns:a16="http://schemas.microsoft.com/office/drawing/2014/main" id="{6855FDA5-E5EE-4F90-99EE-08DCB85EEE9B}"/>
              </a:ext>
            </a:extLst>
          </p:cNvPr>
          <p:cNvCxnSpPr>
            <a:cxnSpLocks/>
          </p:cNvCxnSpPr>
          <p:nvPr/>
        </p:nvCxnSpPr>
        <p:spPr>
          <a:xfrm flipH="1">
            <a:off x="1027114" y="251200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14">
            <a:extLst>
              <a:ext uri="{FF2B5EF4-FFF2-40B4-BE49-F238E27FC236}">
                <a16:creationId xmlns:a16="http://schemas.microsoft.com/office/drawing/2014/main" id="{B368ED7E-96D5-4771-A668-4B9840789046}"/>
              </a:ext>
            </a:extLst>
          </p:cNvPr>
          <p:cNvCxnSpPr>
            <a:cxnSpLocks/>
          </p:cNvCxnSpPr>
          <p:nvPr/>
        </p:nvCxnSpPr>
        <p:spPr>
          <a:xfrm flipH="1">
            <a:off x="1802276" y="251200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71114B91-E666-401E-B4D5-BDB6DB36464B}"/>
              </a:ext>
            </a:extLst>
          </p:cNvPr>
          <p:cNvSpPr/>
          <p:nvPr/>
        </p:nvSpPr>
        <p:spPr>
          <a:xfrm>
            <a:off x="2138859" y="23000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161953-F60C-4092-AF90-F15E929DFED9}"/>
              </a:ext>
            </a:extLst>
          </p:cNvPr>
          <p:cNvSpPr txBox="1"/>
          <p:nvPr/>
        </p:nvSpPr>
        <p:spPr>
          <a:xfrm>
            <a:off x="552384" y="3329359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CDC14C3-5623-41F9-91C8-DB07AC5B9151}"/>
              </a:ext>
            </a:extLst>
          </p:cNvPr>
          <p:cNvSpPr/>
          <p:nvPr/>
        </p:nvSpPr>
        <p:spPr>
          <a:xfrm>
            <a:off x="2065689" y="3396690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箭头连接符 48">
            <a:extLst>
              <a:ext uri="{FF2B5EF4-FFF2-40B4-BE49-F238E27FC236}">
                <a16:creationId xmlns:a16="http://schemas.microsoft.com/office/drawing/2014/main" id="{9F3616C8-44C2-46BB-AB49-6B5F09F885D5}"/>
              </a:ext>
            </a:extLst>
          </p:cNvPr>
          <p:cNvCxnSpPr>
            <a:cxnSpLocks/>
            <a:stCxn id="31" idx="2"/>
            <a:endCxn id="24" idx="7"/>
          </p:cNvCxnSpPr>
          <p:nvPr/>
        </p:nvCxnSpPr>
        <p:spPr>
          <a:xfrm flipH="1">
            <a:off x="2265992" y="2626649"/>
            <a:ext cx="764926" cy="804407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C49E03A-5801-413E-917A-6EFF9D7F54A8}"/>
              </a:ext>
            </a:extLst>
          </p:cNvPr>
          <p:cNvSpPr txBox="1"/>
          <p:nvPr/>
        </p:nvSpPr>
        <p:spPr>
          <a:xfrm>
            <a:off x="784836" y="2880751"/>
            <a:ext cx="193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751688-E277-4D57-8CBF-C7D47C2039BA}"/>
              </a:ext>
            </a:extLst>
          </p:cNvPr>
          <p:cNvSpPr txBox="1"/>
          <p:nvPr/>
        </p:nvSpPr>
        <p:spPr>
          <a:xfrm>
            <a:off x="3748197" y="3329359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4E215B8-46C4-4177-9DD9-A152F80FFCA2}"/>
              </a:ext>
            </a:extLst>
          </p:cNvPr>
          <p:cNvSpPr/>
          <p:nvPr/>
        </p:nvSpPr>
        <p:spPr>
          <a:xfrm>
            <a:off x="3654107" y="3396690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" name="直线箭头连接符 70">
            <a:extLst>
              <a:ext uri="{FF2B5EF4-FFF2-40B4-BE49-F238E27FC236}">
                <a16:creationId xmlns:a16="http://schemas.microsoft.com/office/drawing/2014/main" id="{1BE00D4D-16BA-44C5-A461-26D172B3F440}"/>
              </a:ext>
            </a:extLst>
          </p:cNvPr>
          <p:cNvCxnSpPr>
            <a:cxnSpLocks/>
            <a:stCxn id="31" idx="2"/>
            <a:endCxn id="28" idx="1"/>
          </p:cNvCxnSpPr>
          <p:nvPr/>
        </p:nvCxnSpPr>
        <p:spPr>
          <a:xfrm>
            <a:off x="3030918" y="2626649"/>
            <a:ext cx="657555" cy="804407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0CDD9E9-76E7-4613-B56F-B2F4AA838F91}"/>
              </a:ext>
            </a:extLst>
          </p:cNvPr>
          <p:cNvSpPr txBox="1"/>
          <p:nvPr/>
        </p:nvSpPr>
        <p:spPr>
          <a:xfrm>
            <a:off x="3365095" y="2869973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B958CB-2FAF-4FB4-936F-087630A2D200}"/>
              </a:ext>
            </a:extLst>
          </p:cNvPr>
          <p:cNvSpPr/>
          <p:nvPr/>
        </p:nvSpPr>
        <p:spPr>
          <a:xfrm>
            <a:off x="2914021" y="2397351"/>
            <a:ext cx="233794" cy="2292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3" name="直线箭头连接符 14">
            <a:extLst>
              <a:ext uri="{FF2B5EF4-FFF2-40B4-BE49-F238E27FC236}">
                <a16:creationId xmlns:a16="http://schemas.microsoft.com/office/drawing/2014/main" id="{8F9E543D-C31E-4C18-90CC-6980A98DA4B8}"/>
              </a:ext>
            </a:extLst>
          </p:cNvPr>
          <p:cNvCxnSpPr>
            <a:cxnSpLocks/>
          </p:cNvCxnSpPr>
          <p:nvPr/>
        </p:nvCxnSpPr>
        <p:spPr>
          <a:xfrm flipH="1">
            <a:off x="8502816" y="250840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F9FA0D93-A750-4589-9AF2-D6D18B622988}"/>
              </a:ext>
            </a:extLst>
          </p:cNvPr>
          <p:cNvSpPr/>
          <p:nvPr/>
        </p:nvSpPr>
        <p:spPr>
          <a:xfrm>
            <a:off x="6537067" y="228976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2D0CFA-B910-4A91-887D-F313B02A7DBD}"/>
              </a:ext>
            </a:extLst>
          </p:cNvPr>
          <p:cNvSpPr/>
          <p:nvPr/>
        </p:nvSpPr>
        <p:spPr>
          <a:xfrm>
            <a:off x="7312229" y="228976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6" name="直线箭头连接符 13">
            <a:extLst>
              <a:ext uri="{FF2B5EF4-FFF2-40B4-BE49-F238E27FC236}">
                <a16:creationId xmlns:a16="http://schemas.microsoft.com/office/drawing/2014/main" id="{E4577FF4-FFBA-4CD4-9E86-90C0CD2265C0}"/>
              </a:ext>
            </a:extLst>
          </p:cNvPr>
          <p:cNvCxnSpPr>
            <a:cxnSpLocks/>
          </p:cNvCxnSpPr>
          <p:nvPr/>
        </p:nvCxnSpPr>
        <p:spPr>
          <a:xfrm flipH="1">
            <a:off x="6969329" y="250173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14">
            <a:extLst>
              <a:ext uri="{FF2B5EF4-FFF2-40B4-BE49-F238E27FC236}">
                <a16:creationId xmlns:a16="http://schemas.microsoft.com/office/drawing/2014/main" id="{88ED19D2-9B66-464D-BC57-82525515458F}"/>
              </a:ext>
            </a:extLst>
          </p:cNvPr>
          <p:cNvCxnSpPr>
            <a:cxnSpLocks/>
          </p:cNvCxnSpPr>
          <p:nvPr/>
        </p:nvCxnSpPr>
        <p:spPr>
          <a:xfrm flipH="1">
            <a:off x="7744491" y="250173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6239AAC6-88F9-4B2A-82F5-61056D4FC1C8}"/>
              </a:ext>
            </a:extLst>
          </p:cNvPr>
          <p:cNvSpPr/>
          <p:nvPr/>
        </p:nvSpPr>
        <p:spPr>
          <a:xfrm>
            <a:off x="8081074" y="228976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74F0E0-2824-47A4-9731-A2EB8D2680D2}"/>
              </a:ext>
            </a:extLst>
          </p:cNvPr>
          <p:cNvSpPr/>
          <p:nvPr/>
        </p:nvSpPr>
        <p:spPr>
          <a:xfrm>
            <a:off x="8835396" y="2401220"/>
            <a:ext cx="204975" cy="2010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F8F67AC-CDF9-4E04-AF2C-192A908D339D}"/>
              </a:ext>
            </a:extLst>
          </p:cNvPr>
          <p:cNvSpPr/>
          <p:nvPr/>
        </p:nvSpPr>
        <p:spPr>
          <a:xfrm>
            <a:off x="9829229" y="2868053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4C953CB-E2D2-4631-AF10-391375494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913" y="2047874"/>
            <a:ext cx="241300" cy="241300"/>
          </a:xfrm>
          <a:prstGeom prst="rect">
            <a:avLst/>
          </a:prstGeom>
        </p:spPr>
      </p:pic>
      <p:cxnSp>
        <p:nvCxnSpPr>
          <p:cNvPr id="42" name="直线箭头连接符 27">
            <a:extLst>
              <a:ext uri="{FF2B5EF4-FFF2-40B4-BE49-F238E27FC236}">
                <a16:creationId xmlns:a16="http://schemas.microsoft.com/office/drawing/2014/main" id="{FD5CE65A-2908-4080-9E30-46148929AC88}"/>
              </a:ext>
            </a:extLst>
          </p:cNvPr>
          <p:cNvCxnSpPr>
            <a:cxnSpLocks/>
            <a:stCxn id="41" idx="1"/>
            <a:endCxn id="39" idx="3"/>
          </p:cNvCxnSpPr>
          <p:nvPr/>
        </p:nvCxnSpPr>
        <p:spPr>
          <a:xfrm flipH="1">
            <a:off x="9040371" y="2168524"/>
            <a:ext cx="785542" cy="333213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29">
            <a:extLst>
              <a:ext uri="{FF2B5EF4-FFF2-40B4-BE49-F238E27FC236}">
                <a16:creationId xmlns:a16="http://schemas.microsoft.com/office/drawing/2014/main" id="{10B5B1F9-7AB6-4478-B5D0-F0AFF0A7D10C}"/>
              </a:ext>
            </a:extLst>
          </p:cNvPr>
          <p:cNvCxnSpPr>
            <a:cxnSpLocks/>
            <a:stCxn id="40" idx="2"/>
            <a:endCxn id="39" idx="3"/>
          </p:cNvCxnSpPr>
          <p:nvPr/>
        </p:nvCxnSpPr>
        <p:spPr>
          <a:xfrm flipH="1" flipV="1">
            <a:off x="9040371" y="2501737"/>
            <a:ext cx="788858" cy="48365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D8E7646-E1B1-4503-92AD-C41CB93D7659}"/>
              </a:ext>
            </a:extLst>
          </p:cNvPr>
          <p:cNvSpPr txBox="1"/>
          <p:nvPr/>
        </p:nvSpPr>
        <p:spPr>
          <a:xfrm>
            <a:off x="9335102" y="2373069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沿着该链继续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E1287F15-9A86-47BA-80A6-80DAF984F6D0}"/>
              </a:ext>
            </a:extLst>
          </p:cNvPr>
          <p:cNvSpPr/>
          <p:nvPr/>
        </p:nvSpPr>
        <p:spPr>
          <a:xfrm>
            <a:off x="5405213" y="2218845"/>
            <a:ext cx="432262" cy="578290"/>
          </a:xfrm>
          <a:prstGeom prst="rightArrow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399692D-C3EA-48AF-A8CA-8C227E4F543C}"/>
              </a:ext>
            </a:extLst>
          </p:cNvPr>
          <p:cNvSpPr txBox="1"/>
          <p:nvPr/>
        </p:nvSpPr>
        <p:spPr>
          <a:xfrm>
            <a:off x="8305891" y="1409396"/>
            <a:ext cx="3499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软件升级：区块大小限制为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0.5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F639000-7785-435C-8CF6-5F77C26149C1}"/>
              </a:ext>
            </a:extLst>
          </p:cNvPr>
          <p:cNvSpPr txBox="1"/>
          <p:nvPr/>
        </p:nvSpPr>
        <p:spPr>
          <a:xfrm>
            <a:off x="496988" y="3891969"/>
            <a:ext cx="4057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总会有某一时刻，旧节点挖到大区块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7" name="直线箭头连接符 14">
            <a:extLst>
              <a:ext uri="{FF2B5EF4-FFF2-40B4-BE49-F238E27FC236}">
                <a16:creationId xmlns:a16="http://schemas.microsoft.com/office/drawing/2014/main" id="{5BEFF5DC-3FB7-47D2-9F4D-CA19CB93362A}"/>
              </a:ext>
            </a:extLst>
          </p:cNvPr>
          <p:cNvCxnSpPr>
            <a:cxnSpLocks/>
          </p:cNvCxnSpPr>
          <p:nvPr/>
        </p:nvCxnSpPr>
        <p:spPr>
          <a:xfrm flipH="1">
            <a:off x="2560601" y="471927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5F2C4AE9-4379-414C-A6F9-1658BDE0881B}"/>
              </a:ext>
            </a:extLst>
          </p:cNvPr>
          <p:cNvSpPr/>
          <p:nvPr/>
        </p:nvSpPr>
        <p:spPr>
          <a:xfrm>
            <a:off x="594852" y="450063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46DF0EB-1F72-4FA6-B54A-080E15E25ED5}"/>
              </a:ext>
            </a:extLst>
          </p:cNvPr>
          <p:cNvSpPr/>
          <p:nvPr/>
        </p:nvSpPr>
        <p:spPr>
          <a:xfrm>
            <a:off x="1370014" y="450063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3" name="直线箭头连接符 13">
            <a:extLst>
              <a:ext uri="{FF2B5EF4-FFF2-40B4-BE49-F238E27FC236}">
                <a16:creationId xmlns:a16="http://schemas.microsoft.com/office/drawing/2014/main" id="{602B391A-1409-4C4C-85C3-5CC0B8913F93}"/>
              </a:ext>
            </a:extLst>
          </p:cNvPr>
          <p:cNvCxnSpPr>
            <a:cxnSpLocks/>
          </p:cNvCxnSpPr>
          <p:nvPr/>
        </p:nvCxnSpPr>
        <p:spPr>
          <a:xfrm flipH="1">
            <a:off x="1027114" y="471260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14">
            <a:extLst>
              <a:ext uri="{FF2B5EF4-FFF2-40B4-BE49-F238E27FC236}">
                <a16:creationId xmlns:a16="http://schemas.microsoft.com/office/drawing/2014/main" id="{39844067-0BCF-4A01-8347-D3EB5B531CD8}"/>
              </a:ext>
            </a:extLst>
          </p:cNvPr>
          <p:cNvCxnSpPr>
            <a:cxnSpLocks/>
          </p:cNvCxnSpPr>
          <p:nvPr/>
        </p:nvCxnSpPr>
        <p:spPr>
          <a:xfrm flipH="1">
            <a:off x="1802276" y="471260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4B0473F4-9849-44B0-AF73-04335B8536BD}"/>
              </a:ext>
            </a:extLst>
          </p:cNvPr>
          <p:cNvSpPr/>
          <p:nvPr/>
        </p:nvSpPr>
        <p:spPr>
          <a:xfrm>
            <a:off x="2138859" y="450063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031C5D7-43DB-4D05-9806-9EF25CA69229}"/>
              </a:ext>
            </a:extLst>
          </p:cNvPr>
          <p:cNvSpPr/>
          <p:nvPr/>
        </p:nvSpPr>
        <p:spPr>
          <a:xfrm>
            <a:off x="2893181" y="4612090"/>
            <a:ext cx="204975" cy="2010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2" name="直线箭头连接符 14">
            <a:extLst>
              <a:ext uri="{FF2B5EF4-FFF2-40B4-BE49-F238E27FC236}">
                <a16:creationId xmlns:a16="http://schemas.microsoft.com/office/drawing/2014/main" id="{CD6DC695-D019-4228-B329-5C36A54899B5}"/>
              </a:ext>
            </a:extLst>
          </p:cNvPr>
          <p:cNvCxnSpPr>
            <a:cxnSpLocks/>
          </p:cNvCxnSpPr>
          <p:nvPr/>
        </p:nvCxnSpPr>
        <p:spPr>
          <a:xfrm flipH="1">
            <a:off x="3098970" y="4717499"/>
            <a:ext cx="342900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9C7E2385-3189-4D55-9A27-F722BEFC907B}"/>
              </a:ext>
            </a:extLst>
          </p:cNvPr>
          <p:cNvSpPr/>
          <p:nvPr/>
        </p:nvSpPr>
        <p:spPr>
          <a:xfrm>
            <a:off x="3435553" y="4505524"/>
            <a:ext cx="432262" cy="423949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4534339-AF1E-497E-8418-BF9B6F9A8CF5}"/>
              </a:ext>
            </a:extLst>
          </p:cNvPr>
          <p:cNvSpPr txBox="1"/>
          <p:nvPr/>
        </p:nvSpPr>
        <p:spPr>
          <a:xfrm>
            <a:off x="1155584" y="565055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AFE07122-63BF-4078-BD58-9A703E53F7E0}"/>
              </a:ext>
            </a:extLst>
          </p:cNvPr>
          <p:cNvSpPr/>
          <p:nvPr/>
        </p:nvSpPr>
        <p:spPr>
          <a:xfrm>
            <a:off x="2668889" y="5717888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直线箭头连接符 48">
            <a:extLst>
              <a:ext uri="{FF2B5EF4-FFF2-40B4-BE49-F238E27FC236}">
                <a16:creationId xmlns:a16="http://schemas.microsoft.com/office/drawing/2014/main" id="{3F1EA9FE-C78F-4D0B-B80C-9E6B182BAC15}"/>
              </a:ext>
            </a:extLst>
          </p:cNvPr>
          <p:cNvCxnSpPr>
            <a:cxnSpLocks/>
            <a:endCxn id="65" idx="7"/>
          </p:cNvCxnSpPr>
          <p:nvPr/>
        </p:nvCxnSpPr>
        <p:spPr>
          <a:xfrm flipH="1">
            <a:off x="2869192" y="4947847"/>
            <a:ext cx="764926" cy="804407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4EF1596-F11E-4CB2-BDDF-441E2982EFC9}"/>
              </a:ext>
            </a:extLst>
          </p:cNvPr>
          <p:cNvSpPr txBox="1"/>
          <p:nvPr/>
        </p:nvSpPr>
        <p:spPr>
          <a:xfrm>
            <a:off x="1388036" y="5201949"/>
            <a:ext cx="193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3BAB9C6-D374-4116-88FA-3A7AA47F8059}"/>
              </a:ext>
            </a:extLst>
          </p:cNvPr>
          <p:cNvSpPr txBox="1"/>
          <p:nvPr/>
        </p:nvSpPr>
        <p:spPr>
          <a:xfrm>
            <a:off x="4351397" y="565055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E0AF19AC-47F8-4CF2-8E87-593570004EA0}"/>
              </a:ext>
            </a:extLst>
          </p:cNvPr>
          <p:cNvSpPr/>
          <p:nvPr/>
        </p:nvSpPr>
        <p:spPr>
          <a:xfrm>
            <a:off x="4257307" y="5717888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70">
            <a:extLst>
              <a:ext uri="{FF2B5EF4-FFF2-40B4-BE49-F238E27FC236}">
                <a16:creationId xmlns:a16="http://schemas.microsoft.com/office/drawing/2014/main" id="{3878E1C6-1FD4-4B25-8881-BE0BC5516EC4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634118" y="4947847"/>
            <a:ext cx="657555" cy="804407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31EDEDA-AC08-4C94-8C6C-87557CE83A9A}"/>
              </a:ext>
            </a:extLst>
          </p:cNvPr>
          <p:cNvSpPr txBox="1"/>
          <p:nvPr/>
        </p:nvSpPr>
        <p:spPr>
          <a:xfrm>
            <a:off x="3968295" y="5191171"/>
            <a:ext cx="1877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区块校验未通过</a:t>
            </a:r>
          </a:p>
        </p:txBody>
      </p:sp>
      <p:sp>
        <p:nvSpPr>
          <p:cNvPr id="72" name="乘号 176">
            <a:extLst>
              <a:ext uri="{FF2B5EF4-FFF2-40B4-BE49-F238E27FC236}">
                <a16:creationId xmlns:a16="http://schemas.microsoft.com/office/drawing/2014/main" id="{02B4DEAC-F2F6-4BA4-9495-2A8C5E00F66B}"/>
              </a:ext>
            </a:extLst>
          </p:cNvPr>
          <p:cNvSpPr/>
          <p:nvPr/>
        </p:nvSpPr>
        <p:spPr>
          <a:xfrm>
            <a:off x="3634118" y="5007025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ADADDFE4-EDDF-4D27-9CDA-735526AB888A}"/>
              </a:ext>
            </a:extLst>
          </p:cNvPr>
          <p:cNvSpPr/>
          <p:nvPr/>
        </p:nvSpPr>
        <p:spPr>
          <a:xfrm>
            <a:off x="5417914" y="4369557"/>
            <a:ext cx="432262" cy="578290"/>
          </a:xfrm>
          <a:prstGeom prst="rightArrow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线箭头连接符 14">
            <a:extLst>
              <a:ext uri="{FF2B5EF4-FFF2-40B4-BE49-F238E27FC236}">
                <a16:creationId xmlns:a16="http://schemas.microsoft.com/office/drawing/2014/main" id="{3ADF459D-C2B8-4243-9C66-BC1467F7EA85}"/>
              </a:ext>
            </a:extLst>
          </p:cNvPr>
          <p:cNvCxnSpPr>
            <a:cxnSpLocks/>
          </p:cNvCxnSpPr>
          <p:nvPr/>
        </p:nvCxnSpPr>
        <p:spPr>
          <a:xfrm flipH="1">
            <a:off x="8491863" y="467289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9A62D43F-79CF-4B52-BFD7-252A583ABB8D}"/>
              </a:ext>
            </a:extLst>
          </p:cNvPr>
          <p:cNvSpPr/>
          <p:nvPr/>
        </p:nvSpPr>
        <p:spPr>
          <a:xfrm>
            <a:off x="6526114" y="445425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5320D55-F1CD-4B62-B29E-3F2EB287732A}"/>
              </a:ext>
            </a:extLst>
          </p:cNvPr>
          <p:cNvSpPr/>
          <p:nvPr/>
        </p:nvSpPr>
        <p:spPr>
          <a:xfrm>
            <a:off x="7301276" y="445425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7" name="直线箭头连接符 13">
            <a:extLst>
              <a:ext uri="{FF2B5EF4-FFF2-40B4-BE49-F238E27FC236}">
                <a16:creationId xmlns:a16="http://schemas.microsoft.com/office/drawing/2014/main" id="{6C43DE7C-6471-4DFE-B068-B14BE56A14CD}"/>
              </a:ext>
            </a:extLst>
          </p:cNvPr>
          <p:cNvCxnSpPr>
            <a:cxnSpLocks/>
          </p:cNvCxnSpPr>
          <p:nvPr/>
        </p:nvCxnSpPr>
        <p:spPr>
          <a:xfrm flipH="1">
            <a:off x="6958376" y="46662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14">
            <a:extLst>
              <a:ext uri="{FF2B5EF4-FFF2-40B4-BE49-F238E27FC236}">
                <a16:creationId xmlns:a16="http://schemas.microsoft.com/office/drawing/2014/main" id="{DAA5787F-F0E7-4AA0-BD77-9F1B97F48092}"/>
              </a:ext>
            </a:extLst>
          </p:cNvPr>
          <p:cNvCxnSpPr>
            <a:cxnSpLocks/>
          </p:cNvCxnSpPr>
          <p:nvPr/>
        </p:nvCxnSpPr>
        <p:spPr>
          <a:xfrm flipH="1">
            <a:off x="7733538" y="46662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8C39838B-2FCA-4C77-B56C-7BC1363362E5}"/>
              </a:ext>
            </a:extLst>
          </p:cNvPr>
          <p:cNvSpPr/>
          <p:nvPr/>
        </p:nvSpPr>
        <p:spPr>
          <a:xfrm>
            <a:off x="8070121" y="445425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6E2B792-8999-41F2-A9A9-7B83C662D98B}"/>
              </a:ext>
            </a:extLst>
          </p:cNvPr>
          <p:cNvSpPr/>
          <p:nvPr/>
        </p:nvSpPr>
        <p:spPr>
          <a:xfrm>
            <a:off x="8824443" y="4565708"/>
            <a:ext cx="204975" cy="2010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3" name="直线箭头连接符 14">
            <a:extLst>
              <a:ext uri="{FF2B5EF4-FFF2-40B4-BE49-F238E27FC236}">
                <a16:creationId xmlns:a16="http://schemas.microsoft.com/office/drawing/2014/main" id="{D8E1CBC1-B649-4CBE-ACA6-3E9CB4DF508C}"/>
              </a:ext>
            </a:extLst>
          </p:cNvPr>
          <p:cNvCxnSpPr>
            <a:cxnSpLocks/>
          </p:cNvCxnSpPr>
          <p:nvPr/>
        </p:nvCxnSpPr>
        <p:spPr>
          <a:xfrm flipH="1">
            <a:off x="9030232" y="4671117"/>
            <a:ext cx="342900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12F55DA6-C3DD-4020-BEAB-C6568522D829}"/>
              </a:ext>
            </a:extLst>
          </p:cNvPr>
          <p:cNvSpPr/>
          <p:nvPr/>
        </p:nvSpPr>
        <p:spPr>
          <a:xfrm>
            <a:off x="9366815" y="4459142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5" name="直线箭头连接符 14">
            <a:extLst>
              <a:ext uri="{FF2B5EF4-FFF2-40B4-BE49-F238E27FC236}">
                <a16:creationId xmlns:a16="http://schemas.microsoft.com/office/drawing/2014/main" id="{E807C09A-1E72-4C0D-8C5C-570BBE1B92EE}"/>
              </a:ext>
            </a:extLst>
          </p:cNvPr>
          <p:cNvCxnSpPr>
            <a:cxnSpLocks/>
          </p:cNvCxnSpPr>
          <p:nvPr/>
        </p:nvCxnSpPr>
        <p:spPr>
          <a:xfrm flipH="1" flipV="1">
            <a:off x="9053945" y="4766741"/>
            <a:ext cx="473771" cy="531612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C92AA2F4-1A49-4A75-85E2-2EAB60CDC1AB}"/>
              </a:ext>
            </a:extLst>
          </p:cNvPr>
          <p:cNvSpPr/>
          <p:nvPr/>
        </p:nvSpPr>
        <p:spPr>
          <a:xfrm>
            <a:off x="9507590" y="5212185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3DD712D-6656-4F53-AACA-30C649F100A0}"/>
              </a:ext>
            </a:extLst>
          </p:cNvPr>
          <p:cNvSpPr/>
          <p:nvPr/>
        </p:nvSpPr>
        <p:spPr>
          <a:xfrm>
            <a:off x="10047175" y="5212185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8ACB159-7A04-4563-84FE-52B53EA6AD38}"/>
              </a:ext>
            </a:extLst>
          </p:cNvPr>
          <p:cNvCxnSpPr>
            <a:stCxn id="90" idx="1"/>
            <a:endCxn id="87" idx="3"/>
          </p:cNvCxnSpPr>
          <p:nvPr/>
        </p:nvCxnSpPr>
        <p:spPr>
          <a:xfrm flipH="1">
            <a:off x="9712565" y="5312702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CE0780CE-F160-461E-9C01-50FBF7CE0208}"/>
              </a:ext>
            </a:extLst>
          </p:cNvPr>
          <p:cNvSpPr/>
          <p:nvPr/>
        </p:nvSpPr>
        <p:spPr>
          <a:xfrm>
            <a:off x="10586760" y="5212185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8833519C-15A2-4BC8-A098-2D793C5AF697}"/>
              </a:ext>
            </a:extLst>
          </p:cNvPr>
          <p:cNvCxnSpPr>
            <a:stCxn id="91" idx="1"/>
          </p:cNvCxnSpPr>
          <p:nvPr/>
        </p:nvCxnSpPr>
        <p:spPr>
          <a:xfrm flipH="1">
            <a:off x="10252150" y="5312702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405830A8-FDA4-4383-84B5-A70DC3A7AD4B}"/>
              </a:ext>
            </a:extLst>
          </p:cNvPr>
          <p:cNvSpPr txBox="1"/>
          <p:nvPr/>
        </p:nvSpPr>
        <p:spPr>
          <a:xfrm>
            <a:off x="7530163" y="5892248"/>
            <a:ext cx="30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已升级节点占大多数算力，更容易扩展为最长合法链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BEA8C4A2-6BE8-45DB-BFF0-56E0B0EFED8F}"/>
              </a:ext>
            </a:extLst>
          </p:cNvPr>
          <p:cNvSpPr txBox="1"/>
          <p:nvPr/>
        </p:nvSpPr>
        <p:spPr>
          <a:xfrm>
            <a:off x="9058814" y="5401956"/>
            <a:ext cx="218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最长合法链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7D108EF-DAE3-4656-BB50-4B7A3034B69F}"/>
              </a:ext>
            </a:extLst>
          </p:cNvPr>
          <p:cNvSpPr/>
          <p:nvPr/>
        </p:nvSpPr>
        <p:spPr>
          <a:xfrm>
            <a:off x="11567847" y="5688615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C240DC01-1828-4896-AE74-167AFBFB2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4531" y="4868436"/>
            <a:ext cx="241300" cy="241300"/>
          </a:xfrm>
          <a:prstGeom prst="rect">
            <a:avLst/>
          </a:prstGeom>
        </p:spPr>
      </p:pic>
      <p:cxnSp>
        <p:nvCxnSpPr>
          <p:cNvPr id="98" name="直线箭头连接符 27">
            <a:extLst>
              <a:ext uri="{FF2B5EF4-FFF2-40B4-BE49-F238E27FC236}">
                <a16:creationId xmlns:a16="http://schemas.microsoft.com/office/drawing/2014/main" id="{2D63AD5A-B735-4AEE-BDF4-681C710524BD}"/>
              </a:ext>
            </a:extLst>
          </p:cNvPr>
          <p:cNvCxnSpPr>
            <a:cxnSpLocks/>
            <a:stCxn id="97" idx="1"/>
          </p:cNvCxnSpPr>
          <p:nvPr/>
        </p:nvCxnSpPr>
        <p:spPr>
          <a:xfrm flipH="1">
            <a:off x="10778989" y="4989086"/>
            <a:ext cx="785542" cy="333213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29">
            <a:extLst>
              <a:ext uri="{FF2B5EF4-FFF2-40B4-BE49-F238E27FC236}">
                <a16:creationId xmlns:a16="http://schemas.microsoft.com/office/drawing/2014/main" id="{3A7C3AAB-4283-476F-B3D8-8D0FCA763F3D}"/>
              </a:ext>
            </a:extLst>
          </p:cNvPr>
          <p:cNvCxnSpPr>
            <a:cxnSpLocks/>
            <a:stCxn id="96" idx="2"/>
          </p:cNvCxnSpPr>
          <p:nvPr/>
        </p:nvCxnSpPr>
        <p:spPr>
          <a:xfrm flipH="1" flipV="1">
            <a:off x="10778989" y="5322299"/>
            <a:ext cx="788858" cy="483651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乘号 176">
            <a:extLst>
              <a:ext uri="{FF2B5EF4-FFF2-40B4-BE49-F238E27FC236}">
                <a16:creationId xmlns:a16="http://schemas.microsoft.com/office/drawing/2014/main" id="{01519575-9D59-4C13-B13E-8D9D524DCD6A}"/>
              </a:ext>
            </a:extLst>
          </p:cNvPr>
          <p:cNvSpPr/>
          <p:nvPr/>
        </p:nvSpPr>
        <p:spPr>
          <a:xfrm>
            <a:off x="9686002" y="4358332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ED10183-359F-496A-9219-3956F249B722}"/>
              </a:ext>
            </a:extLst>
          </p:cNvPr>
          <p:cNvSpPr txBox="1"/>
          <p:nvPr/>
        </p:nvSpPr>
        <p:spPr>
          <a:xfrm>
            <a:off x="9993895" y="4481559"/>
            <a:ext cx="101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孤链</a:t>
            </a:r>
          </a:p>
        </p:txBody>
      </p:sp>
    </p:spTree>
    <p:extLst>
      <p:ext uri="{BB962C8B-B14F-4D97-AF65-F5344CB8AC3E}">
        <p14:creationId xmlns:p14="http://schemas.microsoft.com/office/powerpoint/2010/main" val="335585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  <p:bldP spid="18" grpId="0" animBg="1"/>
      <p:bldP spid="22" grpId="0" animBg="1"/>
      <p:bldP spid="23" grpId="0"/>
      <p:bldP spid="24" grpId="0" animBg="1"/>
      <p:bldP spid="26" grpId="0"/>
      <p:bldP spid="27" grpId="0"/>
      <p:bldP spid="28" grpId="0" animBg="1"/>
      <p:bldP spid="30" grpId="0"/>
      <p:bldP spid="31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4" grpId="0"/>
      <p:bldP spid="13" grpId="0" animBg="1"/>
      <p:bldP spid="45" grpId="0"/>
      <p:bldP spid="46" grpId="0"/>
      <p:bldP spid="50" grpId="0" animBg="1"/>
      <p:bldP spid="51" grpId="0" animBg="1"/>
      <p:bldP spid="55" grpId="0" animBg="1"/>
      <p:bldP spid="56" grpId="0" animBg="1"/>
      <p:bldP spid="63" grpId="0" animBg="1"/>
      <p:bldP spid="64" grpId="0"/>
      <p:bldP spid="65" grpId="0" animBg="1"/>
      <p:bldP spid="67" grpId="0"/>
      <p:bldP spid="68" grpId="0"/>
      <p:bldP spid="69" grpId="0" animBg="1"/>
      <p:bldP spid="71" grpId="0"/>
      <p:bldP spid="72" grpId="0" animBg="1"/>
      <p:bldP spid="73" grpId="0" animBg="1"/>
      <p:bldP spid="75" grpId="0" animBg="1"/>
      <p:bldP spid="76" grpId="0" animBg="1"/>
      <p:bldP spid="81" grpId="0" animBg="1"/>
      <p:bldP spid="82" grpId="0" animBg="1"/>
      <p:bldP spid="84" grpId="0" animBg="1"/>
      <p:bldP spid="87" grpId="0" animBg="1"/>
      <p:bldP spid="90" grpId="0" animBg="1"/>
      <p:bldP spid="91" grpId="0" animBg="1"/>
      <p:bldP spid="93" grpId="0"/>
      <p:bldP spid="94" grpId="0"/>
      <p:bldP spid="96" grpId="0" animBg="1"/>
      <p:bldP spid="101" grpId="0" animBg="1"/>
      <p:bldP spid="10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软分叉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399692D-C3EA-48AF-A8CA-8C227E4F543C}"/>
              </a:ext>
            </a:extLst>
          </p:cNvPr>
          <p:cNvSpPr txBox="1"/>
          <p:nvPr/>
        </p:nvSpPr>
        <p:spPr>
          <a:xfrm>
            <a:off x="8334973" y="1498499"/>
            <a:ext cx="3499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软件升级：区块大小限制为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0.5</a:t>
            </a: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AFE07122-63BF-4078-BD58-9A703E53F7E0}"/>
              </a:ext>
            </a:extLst>
          </p:cNvPr>
          <p:cNvSpPr/>
          <p:nvPr/>
        </p:nvSpPr>
        <p:spPr>
          <a:xfrm>
            <a:off x="3940151" y="5331628"/>
            <a:ext cx="234669" cy="234669"/>
          </a:xfrm>
          <a:prstGeom prst="ellipse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直线箭头连接符 48">
            <a:extLst>
              <a:ext uri="{FF2B5EF4-FFF2-40B4-BE49-F238E27FC236}">
                <a16:creationId xmlns:a16="http://schemas.microsoft.com/office/drawing/2014/main" id="{3F1EA9FE-C78F-4D0B-B80C-9E6B182BAC15}"/>
              </a:ext>
            </a:extLst>
          </p:cNvPr>
          <p:cNvCxnSpPr>
            <a:cxnSpLocks/>
            <a:endCxn id="65" idx="7"/>
          </p:cNvCxnSpPr>
          <p:nvPr/>
        </p:nvCxnSpPr>
        <p:spPr>
          <a:xfrm flipH="1">
            <a:off x="4140454" y="4561587"/>
            <a:ext cx="764926" cy="804407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4EF1596-F11E-4CB2-BDDF-441E2982EFC9}"/>
              </a:ext>
            </a:extLst>
          </p:cNvPr>
          <p:cNvSpPr txBox="1"/>
          <p:nvPr/>
        </p:nvSpPr>
        <p:spPr>
          <a:xfrm>
            <a:off x="2659298" y="4815689"/>
            <a:ext cx="193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区块校验通过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3BAB9C6-D374-4116-88FA-3A7AA47F8059}"/>
              </a:ext>
            </a:extLst>
          </p:cNvPr>
          <p:cNvSpPr txBox="1"/>
          <p:nvPr/>
        </p:nvSpPr>
        <p:spPr>
          <a:xfrm>
            <a:off x="5622659" y="5264297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已升级节点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E0AF19AC-47F8-4CF2-8E87-593570004EA0}"/>
              </a:ext>
            </a:extLst>
          </p:cNvPr>
          <p:cNvSpPr/>
          <p:nvPr/>
        </p:nvSpPr>
        <p:spPr>
          <a:xfrm>
            <a:off x="5528569" y="5331628"/>
            <a:ext cx="234669" cy="234669"/>
          </a:xfrm>
          <a:prstGeom prst="ellipse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70">
            <a:extLst>
              <a:ext uri="{FF2B5EF4-FFF2-40B4-BE49-F238E27FC236}">
                <a16:creationId xmlns:a16="http://schemas.microsoft.com/office/drawing/2014/main" id="{3878E1C6-1FD4-4B25-8881-BE0BC5516EC4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4905380" y="4561587"/>
            <a:ext cx="657555" cy="804407"/>
          </a:xfrm>
          <a:prstGeom prst="straightConnector1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31EDEDA-AC08-4C94-8C6C-87557CE83A9A}"/>
              </a:ext>
            </a:extLst>
          </p:cNvPr>
          <p:cNvSpPr txBox="1"/>
          <p:nvPr/>
        </p:nvSpPr>
        <p:spPr>
          <a:xfrm>
            <a:off x="5239557" y="4804911"/>
            <a:ext cx="1877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区块校验未通过</a:t>
            </a:r>
          </a:p>
        </p:txBody>
      </p:sp>
      <p:sp>
        <p:nvSpPr>
          <p:cNvPr id="72" name="乘号 176">
            <a:extLst>
              <a:ext uri="{FF2B5EF4-FFF2-40B4-BE49-F238E27FC236}">
                <a16:creationId xmlns:a16="http://schemas.microsoft.com/office/drawing/2014/main" id="{02B4DEAC-F2F6-4BA4-9495-2A8C5E00F66B}"/>
              </a:ext>
            </a:extLst>
          </p:cNvPr>
          <p:cNvSpPr/>
          <p:nvPr/>
        </p:nvSpPr>
        <p:spPr>
          <a:xfrm>
            <a:off x="4905380" y="4620765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ADADDFE4-EDDF-4D27-9CDA-735526AB888A}"/>
              </a:ext>
            </a:extLst>
          </p:cNvPr>
          <p:cNvSpPr/>
          <p:nvPr/>
        </p:nvSpPr>
        <p:spPr>
          <a:xfrm>
            <a:off x="5328402" y="3702646"/>
            <a:ext cx="432262" cy="578290"/>
          </a:xfrm>
          <a:prstGeom prst="rightArrow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线箭头连接符 14">
            <a:extLst>
              <a:ext uri="{FF2B5EF4-FFF2-40B4-BE49-F238E27FC236}">
                <a16:creationId xmlns:a16="http://schemas.microsoft.com/office/drawing/2014/main" id="{F9BFAB5A-D290-4613-9C46-4C7A75DF255F}"/>
              </a:ext>
            </a:extLst>
          </p:cNvPr>
          <p:cNvCxnSpPr>
            <a:cxnSpLocks/>
          </p:cNvCxnSpPr>
          <p:nvPr/>
        </p:nvCxnSpPr>
        <p:spPr>
          <a:xfrm flipH="1">
            <a:off x="2051264" y="371987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88163CC4-2738-4AFE-8C43-64B7CC2189E3}"/>
              </a:ext>
            </a:extLst>
          </p:cNvPr>
          <p:cNvSpPr/>
          <p:nvPr/>
        </p:nvSpPr>
        <p:spPr>
          <a:xfrm>
            <a:off x="85515" y="350123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ED411D2-88D5-431F-BC41-73B675B6CDE6}"/>
              </a:ext>
            </a:extLst>
          </p:cNvPr>
          <p:cNvSpPr/>
          <p:nvPr/>
        </p:nvSpPr>
        <p:spPr>
          <a:xfrm>
            <a:off x="860677" y="350123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8" name="直线箭头连接符 13">
            <a:extLst>
              <a:ext uri="{FF2B5EF4-FFF2-40B4-BE49-F238E27FC236}">
                <a16:creationId xmlns:a16="http://schemas.microsoft.com/office/drawing/2014/main" id="{5B014C97-2C81-4CE9-8088-0E3EA5E9A8EA}"/>
              </a:ext>
            </a:extLst>
          </p:cNvPr>
          <p:cNvCxnSpPr>
            <a:cxnSpLocks/>
          </p:cNvCxnSpPr>
          <p:nvPr/>
        </p:nvCxnSpPr>
        <p:spPr>
          <a:xfrm flipH="1">
            <a:off x="517777" y="371320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14">
            <a:extLst>
              <a:ext uri="{FF2B5EF4-FFF2-40B4-BE49-F238E27FC236}">
                <a16:creationId xmlns:a16="http://schemas.microsoft.com/office/drawing/2014/main" id="{DC9691D1-0FF9-4D93-89C2-3E6F6AA99960}"/>
              </a:ext>
            </a:extLst>
          </p:cNvPr>
          <p:cNvCxnSpPr>
            <a:cxnSpLocks/>
          </p:cNvCxnSpPr>
          <p:nvPr/>
        </p:nvCxnSpPr>
        <p:spPr>
          <a:xfrm flipH="1">
            <a:off x="1292939" y="371320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533C3B5F-8AEE-4719-8450-9A816DD53947}"/>
              </a:ext>
            </a:extLst>
          </p:cNvPr>
          <p:cNvSpPr/>
          <p:nvPr/>
        </p:nvSpPr>
        <p:spPr>
          <a:xfrm>
            <a:off x="1629522" y="350123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19E0BC9A-1CDD-42CD-B495-20CBD62896B3}"/>
              </a:ext>
            </a:extLst>
          </p:cNvPr>
          <p:cNvSpPr/>
          <p:nvPr/>
        </p:nvSpPr>
        <p:spPr>
          <a:xfrm>
            <a:off x="2383844" y="3612692"/>
            <a:ext cx="204975" cy="2010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3" name="直线箭头连接符 14">
            <a:extLst>
              <a:ext uri="{FF2B5EF4-FFF2-40B4-BE49-F238E27FC236}">
                <a16:creationId xmlns:a16="http://schemas.microsoft.com/office/drawing/2014/main" id="{2928A38F-6A80-4C87-ACAF-96D1E9FFF156}"/>
              </a:ext>
            </a:extLst>
          </p:cNvPr>
          <p:cNvCxnSpPr>
            <a:cxnSpLocks/>
          </p:cNvCxnSpPr>
          <p:nvPr/>
        </p:nvCxnSpPr>
        <p:spPr>
          <a:xfrm flipH="1">
            <a:off x="2589633" y="3718101"/>
            <a:ext cx="342900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C9EB2EE7-A530-488A-A9EB-54DD9939B553}"/>
              </a:ext>
            </a:extLst>
          </p:cNvPr>
          <p:cNvSpPr/>
          <p:nvPr/>
        </p:nvSpPr>
        <p:spPr>
          <a:xfrm>
            <a:off x="2926216" y="3506126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5" name="直线箭头连接符 14">
            <a:extLst>
              <a:ext uri="{FF2B5EF4-FFF2-40B4-BE49-F238E27FC236}">
                <a16:creationId xmlns:a16="http://schemas.microsoft.com/office/drawing/2014/main" id="{19C1C717-5AAC-44E3-B44C-00EF2EA43AC0}"/>
              </a:ext>
            </a:extLst>
          </p:cNvPr>
          <p:cNvCxnSpPr>
            <a:cxnSpLocks/>
          </p:cNvCxnSpPr>
          <p:nvPr/>
        </p:nvCxnSpPr>
        <p:spPr>
          <a:xfrm flipH="1" flipV="1">
            <a:off x="2613346" y="3813725"/>
            <a:ext cx="473771" cy="531612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06414D69-2B68-44B6-A522-86C453514759}"/>
              </a:ext>
            </a:extLst>
          </p:cNvPr>
          <p:cNvSpPr/>
          <p:nvPr/>
        </p:nvSpPr>
        <p:spPr>
          <a:xfrm>
            <a:off x="3066991" y="4259169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7CF2ABD-F28C-4F6D-A4FF-C7C9D0204C9E}"/>
              </a:ext>
            </a:extLst>
          </p:cNvPr>
          <p:cNvSpPr/>
          <p:nvPr/>
        </p:nvSpPr>
        <p:spPr>
          <a:xfrm>
            <a:off x="3606576" y="4259169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B888A3E-13F4-4C81-BE8C-4E6E04E0F415}"/>
              </a:ext>
            </a:extLst>
          </p:cNvPr>
          <p:cNvCxnSpPr>
            <a:stCxn id="107" idx="1"/>
            <a:endCxn id="106" idx="3"/>
          </p:cNvCxnSpPr>
          <p:nvPr/>
        </p:nvCxnSpPr>
        <p:spPr>
          <a:xfrm flipH="1">
            <a:off x="3271966" y="4359686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866D294F-B069-47E9-9E08-ECE49426266A}"/>
              </a:ext>
            </a:extLst>
          </p:cNvPr>
          <p:cNvSpPr/>
          <p:nvPr/>
        </p:nvSpPr>
        <p:spPr>
          <a:xfrm>
            <a:off x="4146161" y="4259169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E649CF3F-10D1-4BE8-A7D4-373A63D96D17}"/>
              </a:ext>
            </a:extLst>
          </p:cNvPr>
          <p:cNvCxnSpPr>
            <a:stCxn id="109" idx="1"/>
          </p:cNvCxnSpPr>
          <p:nvPr/>
        </p:nvCxnSpPr>
        <p:spPr>
          <a:xfrm flipH="1">
            <a:off x="3811551" y="4359686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乘号 176">
            <a:extLst>
              <a:ext uri="{FF2B5EF4-FFF2-40B4-BE49-F238E27FC236}">
                <a16:creationId xmlns:a16="http://schemas.microsoft.com/office/drawing/2014/main" id="{02125DE1-38CA-4B68-BDA1-D7172EE180A6}"/>
              </a:ext>
            </a:extLst>
          </p:cNvPr>
          <p:cNvSpPr/>
          <p:nvPr/>
        </p:nvSpPr>
        <p:spPr>
          <a:xfrm>
            <a:off x="3245403" y="3405316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0647E68-47C4-4D6C-9230-ED4B17A7230A}"/>
              </a:ext>
            </a:extLst>
          </p:cNvPr>
          <p:cNvSpPr txBox="1"/>
          <p:nvPr/>
        </p:nvSpPr>
        <p:spPr>
          <a:xfrm>
            <a:off x="3553296" y="3528543"/>
            <a:ext cx="101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孤链</a:t>
            </a:r>
          </a:p>
        </p:txBody>
      </p:sp>
      <p:cxnSp>
        <p:nvCxnSpPr>
          <p:cNvPr id="113" name="直线箭头连接符 14">
            <a:extLst>
              <a:ext uri="{FF2B5EF4-FFF2-40B4-BE49-F238E27FC236}">
                <a16:creationId xmlns:a16="http://schemas.microsoft.com/office/drawing/2014/main" id="{FEE5D5E0-1D97-4165-99C8-3563F24ACED6}"/>
              </a:ext>
            </a:extLst>
          </p:cNvPr>
          <p:cNvCxnSpPr>
            <a:cxnSpLocks/>
          </p:cNvCxnSpPr>
          <p:nvPr/>
        </p:nvCxnSpPr>
        <p:spPr>
          <a:xfrm flipH="1">
            <a:off x="4349742" y="4359686"/>
            <a:ext cx="342900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F93A3E26-AED2-47B5-9FB6-CE6E0CC3354D}"/>
              </a:ext>
            </a:extLst>
          </p:cNvPr>
          <p:cNvSpPr/>
          <p:nvPr/>
        </p:nvSpPr>
        <p:spPr>
          <a:xfrm>
            <a:off x="4686325" y="4147711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9C893F47-9708-4EF1-907D-C13BBA071490}"/>
              </a:ext>
            </a:extLst>
          </p:cNvPr>
          <p:cNvSpPr txBox="1"/>
          <p:nvPr/>
        </p:nvSpPr>
        <p:spPr>
          <a:xfrm>
            <a:off x="224033" y="1404141"/>
            <a:ext cx="6132806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每当旧节点挖到一个大区块，都会产生一个</a:t>
            </a:r>
            <a:r>
              <a:rPr kumimoji="1"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临时性分叉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 由于算力差异，新节点所在链总会成为最长合法链，导致旧节点所在链成为孤链，所挖到区块作废，倒逼旧节点升级软件。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6" name="直线箭头连接符 14">
            <a:extLst>
              <a:ext uri="{FF2B5EF4-FFF2-40B4-BE49-F238E27FC236}">
                <a16:creationId xmlns:a16="http://schemas.microsoft.com/office/drawing/2014/main" id="{DE437981-FE0F-458D-8B8E-09DF5AC91F3E}"/>
              </a:ext>
            </a:extLst>
          </p:cNvPr>
          <p:cNvCxnSpPr>
            <a:cxnSpLocks/>
          </p:cNvCxnSpPr>
          <p:nvPr/>
        </p:nvCxnSpPr>
        <p:spPr>
          <a:xfrm flipH="1">
            <a:off x="7899906" y="370182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A5247FA6-B325-40C8-9C40-36FDCD168B6C}"/>
              </a:ext>
            </a:extLst>
          </p:cNvPr>
          <p:cNvSpPr/>
          <p:nvPr/>
        </p:nvSpPr>
        <p:spPr>
          <a:xfrm>
            <a:off x="5934157" y="34831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CCB9512-3F30-4F4D-9F82-B01948E1ABB2}"/>
              </a:ext>
            </a:extLst>
          </p:cNvPr>
          <p:cNvSpPr/>
          <p:nvPr/>
        </p:nvSpPr>
        <p:spPr>
          <a:xfrm>
            <a:off x="6709319" y="34831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9" name="直线箭头连接符 13">
            <a:extLst>
              <a:ext uri="{FF2B5EF4-FFF2-40B4-BE49-F238E27FC236}">
                <a16:creationId xmlns:a16="http://schemas.microsoft.com/office/drawing/2014/main" id="{4D899C44-0108-4550-886D-CB10CCED40FF}"/>
              </a:ext>
            </a:extLst>
          </p:cNvPr>
          <p:cNvCxnSpPr>
            <a:cxnSpLocks/>
          </p:cNvCxnSpPr>
          <p:nvPr/>
        </p:nvCxnSpPr>
        <p:spPr>
          <a:xfrm flipH="1">
            <a:off x="6366419" y="36951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4">
            <a:extLst>
              <a:ext uri="{FF2B5EF4-FFF2-40B4-BE49-F238E27FC236}">
                <a16:creationId xmlns:a16="http://schemas.microsoft.com/office/drawing/2014/main" id="{DEBBD891-BBB5-4516-94A0-BD8CD8117622}"/>
              </a:ext>
            </a:extLst>
          </p:cNvPr>
          <p:cNvCxnSpPr>
            <a:cxnSpLocks/>
          </p:cNvCxnSpPr>
          <p:nvPr/>
        </p:nvCxnSpPr>
        <p:spPr>
          <a:xfrm flipH="1">
            <a:off x="7141581" y="36951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A457658A-1DC3-4562-9830-6A1D3A0F4DAC}"/>
              </a:ext>
            </a:extLst>
          </p:cNvPr>
          <p:cNvSpPr/>
          <p:nvPr/>
        </p:nvSpPr>
        <p:spPr>
          <a:xfrm>
            <a:off x="7478164" y="348318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6E3040B-1D4F-4043-9ED2-3E54F0E6A3E3}"/>
              </a:ext>
            </a:extLst>
          </p:cNvPr>
          <p:cNvSpPr/>
          <p:nvPr/>
        </p:nvSpPr>
        <p:spPr>
          <a:xfrm>
            <a:off x="8232486" y="3594647"/>
            <a:ext cx="204975" cy="2010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3" name="直线箭头连接符 14">
            <a:extLst>
              <a:ext uri="{FF2B5EF4-FFF2-40B4-BE49-F238E27FC236}">
                <a16:creationId xmlns:a16="http://schemas.microsoft.com/office/drawing/2014/main" id="{3A01A6C3-2FAB-4525-A46C-23ECC0316D5E}"/>
              </a:ext>
            </a:extLst>
          </p:cNvPr>
          <p:cNvCxnSpPr>
            <a:cxnSpLocks/>
          </p:cNvCxnSpPr>
          <p:nvPr/>
        </p:nvCxnSpPr>
        <p:spPr>
          <a:xfrm flipH="1">
            <a:off x="8438275" y="3700056"/>
            <a:ext cx="342900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C809B336-9EAB-4FE5-B6A0-36714CE6DF86}"/>
              </a:ext>
            </a:extLst>
          </p:cNvPr>
          <p:cNvSpPr/>
          <p:nvPr/>
        </p:nvSpPr>
        <p:spPr>
          <a:xfrm>
            <a:off x="8774858" y="3488081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5" name="直线箭头连接符 14">
            <a:extLst>
              <a:ext uri="{FF2B5EF4-FFF2-40B4-BE49-F238E27FC236}">
                <a16:creationId xmlns:a16="http://schemas.microsoft.com/office/drawing/2014/main" id="{B4E488F3-B006-4BA0-A0A3-89B5A146E407}"/>
              </a:ext>
            </a:extLst>
          </p:cNvPr>
          <p:cNvCxnSpPr>
            <a:cxnSpLocks/>
          </p:cNvCxnSpPr>
          <p:nvPr/>
        </p:nvCxnSpPr>
        <p:spPr>
          <a:xfrm flipH="1" flipV="1">
            <a:off x="8461988" y="3795680"/>
            <a:ext cx="473771" cy="531612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DD95AA22-8E61-4137-A1B9-D2A96F151A23}"/>
              </a:ext>
            </a:extLst>
          </p:cNvPr>
          <p:cNvSpPr/>
          <p:nvPr/>
        </p:nvSpPr>
        <p:spPr>
          <a:xfrm>
            <a:off x="8915633" y="4241124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77FD9D4-9C8D-4219-B30F-C324FE9FE11A}"/>
              </a:ext>
            </a:extLst>
          </p:cNvPr>
          <p:cNvSpPr/>
          <p:nvPr/>
        </p:nvSpPr>
        <p:spPr>
          <a:xfrm>
            <a:off x="9455218" y="4241124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36DE4A14-7C2F-4085-B295-848BBD0AA6EE}"/>
              </a:ext>
            </a:extLst>
          </p:cNvPr>
          <p:cNvCxnSpPr>
            <a:stCxn id="127" idx="1"/>
            <a:endCxn id="126" idx="3"/>
          </p:cNvCxnSpPr>
          <p:nvPr/>
        </p:nvCxnSpPr>
        <p:spPr>
          <a:xfrm flipH="1">
            <a:off x="9120608" y="4341641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9912EDDC-438C-41CA-93D6-C6388E93D05C}"/>
              </a:ext>
            </a:extLst>
          </p:cNvPr>
          <p:cNvSpPr/>
          <p:nvPr/>
        </p:nvSpPr>
        <p:spPr>
          <a:xfrm>
            <a:off x="9994803" y="4241124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E2729CA4-8F8D-4565-B532-BB7FCBE9C8DF}"/>
              </a:ext>
            </a:extLst>
          </p:cNvPr>
          <p:cNvCxnSpPr>
            <a:stCxn id="129" idx="1"/>
          </p:cNvCxnSpPr>
          <p:nvPr/>
        </p:nvCxnSpPr>
        <p:spPr>
          <a:xfrm flipH="1">
            <a:off x="9660193" y="4341641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乘号 176">
            <a:extLst>
              <a:ext uri="{FF2B5EF4-FFF2-40B4-BE49-F238E27FC236}">
                <a16:creationId xmlns:a16="http://schemas.microsoft.com/office/drawing/2014/main" id="{512557D8-70BE-40CC-90BF-5E81044B6F96}"/>
              </a:ext>
            </a:extLst>
          </p:cNvPr>
          <p:cNvSpPr/>
          <p:nvPr/>
        </p:nvSpPr>
        <p:spPr>
          <a:xfrm>
            <a:off x="9094045" y="3387271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2D462A3-1523-4679-8A84-ACE35EB321A6}"/>
              </a:ext>
            </a:extLst>
          </p:cNvPr>
          <p:cNvSpPr txBox="1"/>
          <p:nvPr/>
        </p:nvSpPr>
        <p:spPr>
          <a:xfrm>
            <a:off x="9401938" y="3510498"/>
            <a:ext cx="101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孤链</a:t>
            </a:r>
          </a:p>
        </p:txBody>
      </p:sp>
      <p:cxnSp>
        <p:nvCxnSpPr>
          <p:cNvPr id="133" name="直线箭头连接符 14">
            <a:extLst>
              <a:ext uri="{FF2B5EF4-FFF2-40B4-BE49-F238E27FC236}">
                <a16:creationId xmlns:a16="http://schemas.microsoft.com/office/drawing/2014/main" id="{912EA80D-99F6-4B34-B925-1C95A2295083}"/>
              </a:ext>
            </a:extLst>
          </p:cNvPr>
          <p:cNvCxnSpPr>
            <a:cxnSpLocks/>
          </p:cNvCxnSpPr>
          <p:nvPr/>
        </p:nvCxnSpPr>
        <p:spPr>
          <a:xfrm flipH="1">
            <a:off x="10198384" y="4341641"/>
            <a:ext cx="342900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>
            <a:extLst>
              <a:ext uri="{FF2B5EF4-FFF2-40B4-BE49-F238E27FC236}">
                <a16:creationId xmlns:a16="http://schemas.microsoft.com/office/drawing/2014/main" id="{C1A04F8C-1723-48B4-895A-CD37D9F1EEC3}"/>
              </a:ext>
            </a:extLst>
          </p:cNvPr>
          <p:cNvSpPr/>
          <p:nvPr/>
        </p:nvSpPr>
        <p:spPr>
          <a:xfrm>
            <a:off x="10534967" y="4129666"/>
            <a:ext cx="432262" cy="423949"/>
          </a:xfrm>
          <a:prstGeom prst="rect">
            <a:avLst/>
          </a:prstGeom>
          <a:solidFill>
            <a:srgbClr val="5B307E"/>
          </a:solidFill>
          <a:ln>
            <a:solidFill>
              <a:srgbClr val="5B307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5" name="乘号 176">
            <a:extLst>
              <a:ext uri="{FF2B5EF4-FFF2-40B4-BE49-F238E27FC236}">
                <a16:creationId xmlns:a16="http://schemas.microsoft.com/office/drawing/2014/main" id="{A0A5CF76-5090-4377-A742-CB20AAA38D3F}"/>
              </a:ext>
            </a:extLst>
          </p:cNvPr>
          <p:cNvSpPr/>
          <p:nvPr/>
        </p:nvSpPr>
        <p:spPr>
          <a:xfrm>
            <a:off x="10869151" y="4024484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D8349D32-0604-4D8F-95F6-E2C1F2DB3AD3}"/>
              </a:ext>
            </a:extLst>
          </p:cNvPr>
          <p:cNvSpPr txBox="1"/>
          <p:nvPr/>
        </p:nvSpPr>
        <p:spPr>
          <a:xfrm>
            <a:off x="11177044" y="4147711"/>
            <a:ext cx="101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孤链</a:t>
            </a:r>
          </a:p>
        </p:txBody>
      </p:sp>
      <p:cxnSp>
        <p:nvCxnSpPr>
          <p:cNvPr id="137" name="直线箭头连接符 14">
            <a:extLst>
              <a:ext uri="{FF2B5EF4-FFF2-40B4-BE49-F238E27FC236}">
                <a16:creationId xmlns:a16="http://schemas.microsoft.com/office/drawing/2014/main" id="{E8F81484-1DCF-43DD-A229-66EB38F6A7C0}"/>
              </a:ext>
            </a:extLst>
          </p:cNvPr>
          <p:cNvCxnSpPr>
            <a:cxnSpLocks/>
          </p:cNvCxnSpPr>
          <p:nvPr/>
        </p:nvCxnSpPr>
        <p:spPr>
          <a:xfrm flipH="1" flipV="1">
            <a:off x="10087639" y="4440251"/>
            <a:ext cx="473771" cy="531612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>
            <a:extLst>
              <a:ext uri="{FF2B5EF4-FFF2-40B4-BE49-F238E27FC236}">
                <a16:creationId xmlns:a16="http://schemas.microsoft.com/office/drawing/2014/main" id="{7913A426-A52D-4988-A0CF-5AD34326B149}"/>
              </a:ext>
            </a:extLst>
          </p:cNvPr>
          <p:cNvSpPr/>
          <p:nvPr/>
        </p:nvSpPr>
        <p:spPr>
          <a:xfrm>
            <a:off x="10541284" y="4885695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C520707-B4E8-4EC5-96AE-845FF09ADBD9}"/>
              </a:ext>
            </a:extLst>
          </p:cNvPr>
          <p:cNvSpPr/>
          <p:nvPr/>
        </p:nvSpPr>
        <p:spPr>
          <a:xfrm>
            <a:off x="11080869" y="4885695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5FDE4BC7-DB4D-4DE5-ACAB-CF414BFA7943}"/>
              </a:ext>
            </a:extLst>
          </p:cNvPr>
          <p:cNvCxnSpPr>
            <a:stCxn id="139" idx="1"/>
            <a:endCxn id="138" idx="3"/>
          </p:cNvCxnSpPr>
          <p:nvPr/>
        </p:nvCxnSpPr>
        <p:spPr>
          <a:xfrm flipH="1">
            <a:off x="10746259" y="4986212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>
            <a:extLst>
              <a:ext uri="{FF2B5EF4-FFF2-40B4-BE49-F238E27FC236}">
                <a16:creationId xmlns:a16="http://schemas.microsoft.com/office/drawing/2014/main" id="{631AAC38-C801-452D-9DDA-FC55B52638B8}"/>
              </a:ext>
            </a:extLst>
          </p:cNvPr>
          <p:cNvSpPr/>
          <p:nvPr/>
        </p:nvSpPr>
        <p:spPr>
          <a:xfrm>
            <a:off x="11620454" y="4885695"/>
            <a:ext cx="204975" cy="20103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AA52DABF-8FFF-4939-BD97-1884B6C239DE}"/>
              </a:ext>
            </a:extLst>
          </p:cNvPr>
          <p:cNvCxnSpPr>
            <a:stCxn id="141" idx="1"/>
          </p:cNvCxnSpPr>
          <p:nvPr/>
        </p:nvCxnSpPr>
        <p:spPr>
          <a:xfrm flipH="1">
            <a:off x="11285844" y="4986212"/>
            <a:ext cx="334610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2AB2FECF-F6EB-4DE7-A55E-0A1E126B1953}"/>
              </a:ext>
            </a:extLst>
          </p:cNvPr>
          <p:cNvCxnSpPr/>
          <p:nvPr/>
        </p:nvCxnSpPr>
        <p:spPr>
          <a:xfrm>
            <a:off x="6501945" y="4327292"/>
            <a:ext cx="5187462" cy="1160228"/>
          </a:xfrm>
          <a:prstGeom prst="curvedConnector3">
            <a:avLst>
              <a:gd name="adj1" fmla="val 57458"/>
            </a:avLst>
          </a:prstGeom>
          <a:ln w="28575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59BE71D0-D2A9-425E-8073-FB93F054EFED}"/>
              </a:ext>
            </a:extLst>
          </p:cNvPr>
          <p:cNvSpPr txBox="1"/>
          <p:nvPr/>
        </p:nvSpPr>
        <p:spPr>
          <a:xfrm>
            <a:off x="8682571" y="5273314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最长合法链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4C285DF9-7091-481F-B480-D8984BE42BCD}"/>
              </a:ext>
            </a:extLst>
          </p:cNvPr>
          <p:cNvSpPr/>
          <p:nvPr/>
        </p:nvSpPr>
        <p:spPr>
          <a:xfrm>
            <a:off x="8499485" y="5836690"/>
            <a:ext cx="258138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对谁来说是最长合法链？</a:t>
            </a:r>
          </a:p>
        </p:txBody>
      </p:sp>
      <p:pic>
        <p:nvPicPr>
          <p:cNvPr id="145" name="图片 144">
            <a:extLst>
              <a:ext uri="{FF2B5EF4-FFF2-40B4-BE49-F238E27FC236}">
                <a16:creationId xmlns:a16="http://schemas.microsoft.com/office/drawing/2014/main" id="{F426ACFA-A0DA-48F6-ADEB-DE7242010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326" y="5717569"/>
            <a:ext cx="601662" cy="601662"/>
          </a:xfrm>
          <a:prstGeom prst="rect">
            <a:avLst/>
          </a:prstGeom>
        </p:spPr>
      </p:pic>
      <p:sp>
        <p:nvSpPr>
          <p:cNvPr id="147" name="文本框 146">
            <a:extLst>
              <a:ext uri="{FF2B5EF4-FFF2-40B4-BE49-F238E27FC236}">
                <a16:creationId xmlns:a16="http://schemas.microsoft.com/office/drawing/2014/main" id="{4BFE0C5D-8FA1-4597-8C16-A4E3DFC5D630}"/>
              </a:ext>
            </a:extLst>
          </p:cNvPr>
          <p:cNvSpPr txBox="1"/>
          <p:nvPr/>
        </p:nvSpPr>
        <p:spPr>
          <a:xfrm>
            <a:off x="534702" y="5923406"/>
            <a:ext cx="387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未升级节点先挖到旧区块（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148" name="图片 147">
            <a:extLst>
              <a:ext uri="{FF2B5EF4-FFF2-40B4-BE49-F238E27FC236}">
                <a16:creationId xmlns:a16="http://schemas.microsoft.com/office/drawing/2014/main" id="{0C8DDB33-21B2-4D39-B6EC-00B0FCAD2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" y="5820769"/>
            <a:ext cx="574606" cy="574606"/>
          </a:xfrm>
          <a:prstGeom prst="rect">
            <a:avLst/>
          </a:prstGeom>
        </p:spPr>
      </p:pic>
      <p:sp>
        <p:nvSpPr>
          <p:cNvPr id="149" name="文本框 148">
            <a:extLst>
              <a:ext uri="{FF2B5EF4-FFF2-40B4-BE49-F238E27FC236}">
                <a16:creationId xmlns:a16="http://schemas.microsoft.com/office/drawing/2014/main" id="{E418C566-78CD-4F02-AEFE-BD49150DC22A}"/>
              </a:ext>
            </a:extLst>
          </p:cNvPr>
          <p:cNvSpPr txBox="1"/>
          <p:nvPr/>
        </p:nvSpPr>
        <p:spPr>
          <a:xfrm>
            <a:off x="2488987" y="5264296"/>
            <a:ext cx="164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未升级节点</a:t>
            </a:r>
          </a:p>
        </p:txBody>
      </p:sp>
    </p:spTree>
    <p:extLst>
      <p:ext uri="{BB962C8B-B14F-4D97-AF65-F5344CB8AC3E}">
        <p14:creationId xmlns:p14="http://schemas.microsoft.com/office/powerpoint/2010/main" val="265274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5" grpId="0" animBg="1"/>
      <p:bldP spid="67" grpId="0"/>
      <p:bldP spid="68" grpId="0"/>
      <p:bldP spid="69" grpId="0" animBg="1"/>
      <p:bldP spid="71" grpId="0"/>
      <p:bldP spid="72" grpId="0" animBg="1"/>
      <p:bldP spid="73" grpId="0" animBg="1"/>
      <p:bldP spid="80" grpId="0" animBg="1"/>
      <p:bldP spid="86" grpId="0" animBg="1"/>
      <p:bldP spid="95" grpId="0" animBg="1"/>
      <p:bldP spid="100" grpId="0" animBg="1"/>
      <p:bldP spid="104" grpId="0" animBg="1"/>
      <p:bldP spid="106" grpId="0" animBg="1"/>
      <p:bldP spid="107" grpId="0" animBg="1"/>
      <p:bldP spid="109" grpId="0" animBg="1"/>
      <p:bldP spid="111" grpId="0" animBg="1"/>
      <p:bldP spid="112" grpId="0"/>
      <p:bldP spid="114" grpId="0" animBg="1"/>
      <p:bldP spid="115" grpId="0"/>
      <p:bldP spid="117" grpId="0" animBg="1"/>
      <p:bldP spid="118" grpId="0" animBg="1"/>
      <p:bldP spid="121" grpId="0" animBg="1"/>
      <p:bldP spid="122" grpId="0" animBg="1"/>
      <p:bldP spid="124" grpId="0" animBg="1"/>
      <p:bldP spid="126" grpId="0" animBg="1"/>
      <p:bldP spid="127" grpId="0" animBg="1"/>
      <p:bldP spid="129" grpId="0" animBg="1"/>
      <p:bldP spid="131" grpId="0" animBg="1"/>
      <p:bldP spid="132" grpId="0"/>
      <p:bldP spid="134" grpId="0" animBg="1"/>
      <p:bldP spid="135" grpId="0" animBg="1"/>
      <p:bldP spid="136" grpId="0"/>
      <p:bldP spid="138" grpId="0" animBg="1"/>
      <p:bldP spid="139" grpId="0" animBg="1"/>
      <p:bldP spid="141" grpId="0" animBg="1"/>
      <p:bldP spid="143" grpId="0"/>
      <p:bldP spid="144" grpId="0" animBg="1"/>
      <p:bldP spid="147" grpId="0"/>
      <p:bldP spid="14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EFC88-15A8-8F47-A008-BBB6B0BE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1C0D4-2EC3-7D4D-AAC5-3C4CCB3D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掌握交易脚本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掌握比特币工作量证明机制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掌握比特币分叉问题和类型</a:t>
            </a:r>
            <a:endParaRPr kumimoji="1"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3C2B-DFEA-AB45-B09F-58B1C2A1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461291"/>
      </p:ext>
    </p:extLst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2885</TotalTime>
  <Words>2341</Words>
  <Application>Microsoft Macintosh PowerPoint</Application>
  <PresentationFormat>宽屏</PresentationFormat>
  <Paragraphs>403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等线</vt:lpstr>
      <vt:lpstr>Microsoft YaHei</vt:lpstr>
      <vt:lpstr>Microsoft YaHei</vt:lpstr>
      <vt:lpstr>Arial</vt:lpstr>
      <vt:lpstr>Cambria Math</vt:lpstr>
      <vt:lpstr>Garamond</vt:lpstr>
      <vt:lpstr>Times New Roman</vt:lpstr>
      <vt:lpstr>Wingdings</vt:lpstr>
      <vt:lpstr>webwppDefTheme</vt:lpstr>
      <vt:lpstr>Office 主题​​</vt:lpstr>
      <vt:lpstr>第三章 比特币 ——比特币协议&amp;分叉</vt:lpstr>
      <vt:lpstr>本章内容</vt:lpstr>
      <vt:lpstr>解决方案一——投票机制</vt:lpstr>
      <vt:lpstr>解决方案一——投票机制</vt:lpstr>
      <vt:lpstr>Proof of Work</vt:lpstr>
      <vt:lpstr>Proof of Work</vt:lpstr>
      <vt:lpstr>Proof of Work</vt:lpstr>
      <vt:lpstr>Proof of Work</vt:lpstr>
      <vt:lpstr>难度调整</vt:lpstr>
      <vt:lpstr>难度调整</vt:lpstr>
      <vt:lpstr>Proof of Work</vt:lpstr>
      <vt:lpstr>铸币交易</vt:lpstr>
      <vt:lpstr>铸币交易</vt:lpstr>
      <vt:lpstr>区块交易量</vt:lpstr>
      <vt:lpstr>交易费</vt:lpstr>
      <vt:lpstr>铸币交易Example</vt:lpstr>
      <vt:lpstr>本章内容</vt:lpstr>
      <vt:lpstr>分叉</vt:lpstr>
      <vt:lpstr>分叉</vt:lpstr>
      <vt:lpstr>最长合法链原则</vt:lpstr>
      <vt:lpstr>一些名称</vt:lpstr>
      <vt:lpstr>确认Confirmation</vt:lpstr>
      <vt:lpstr>确认Confirmation</vt:lpstr>
      <vt:lpstr>硬分叉与软分叉</vt:lpstr>
      <vt:lpstr>硬分叉</vt:lpstr>
      <vt:lpstr>硬分叉</vt:lpstr>
      <vt:lpstr>硬分叉</vt:lpstr>
      <vt:lpstr>软分叉</vt:lpstr>
      <vt:lpstr>软分叉</vt:lpstr>
      <vt:lpstr>软分叉</vt:lpstr>
      <vt:lpstr>本章总结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849</cp:revision>
  <dcterms:created xsi:type="dcterms:W3CDTF">2021-04-18T13:48:02Z</dcterms:created>
  <dcterms:modified xsi:type="dcterms:W3CDTF">2026-04-03T12:32:58Z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