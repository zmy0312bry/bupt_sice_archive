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9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 bookmarkIdSeed="2">
  <p:sldMasterIdLst>
    <p:sldMasterId id="2147483648" r:id="rId1"/>
    <p:sldMasterId id="2147483657" r:id="rId2"/>
  </p:sldMasterIdLst>
  <p:notesMasterIdLst>
    <p:notesMasterId r:id="rId23"/>
  </p:notesMasterIdLst>
  <p:sldIdLst>
    <p:sldId id="1257" r:id="rId3"/>
    <p:sldId id="1062" r:id="rId4"/>
    <p:sldId id="1312" r:id="rId5"/>
    <p:sldId id="1320" r:id="rId6"/>
    <p:sldId id="1324" r:id="rId7"/>
    <p:sldId id="1323" r:id="rId8"/>
    <p:sldId id="1313" r:id="rId9"/>
    <p:sldId id="1322" r:id="rId10"/>
    <p:sldId id="1327" r:id="rId11"/>
    <p:sldId id="1325" r:id="rId12"/>
    <p:sldId id="1328" r:id="rId13"/>
    <p:sldId id="1321" r:id="rId14"/>
    <p:sldId id="1314" r:id="rId15"/>
    <p:sldId id="1332" r:id="rId16"/>
    <p:sldId id="1315" r:id="rId17"/>
    <p:sldId id="1331" r:id="rId18"/>
    <p:sldId id="1329" r:id="rId19"/>
    <p:sldId id="1317" r:id="rId20"/>
    <p:sldId id="1318" r:id="rId21"/>
    <p:sldId id="1330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A4DC5EF-F422-4A4A-AE2D-E811906D492D}">
          <p14:sldIdLst>
            <p14:sldId id="1257"/>
            <p14:sldId id="1062"/>
            <p14:sldId id="1312"/>
            <p14:sldId id="1320"/>
            <p14:sldId id="1324"/>
            <p14:sldId id="1323"/>
            <p14:sldId id="1313"/>
            <p14:sldId id="1322"/>
            <p14:sldId id="1327"/>
            <p14:sldId id="1325"/>
            <p14:sldId id="1328"/>
            <p14:sldId id="1321"/>
            <p14:sldId id="1314"/>
            <p14:sldId id="1332"/>
            <p14:sldId id="1315"/>
            <p14:sldId id="1331"/>
            <p14:sldId id="1329"/>
            <p14:sldId id="1317"/>
            <p14:sldId id="1318"/>
            <p14:sldId id="13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A40A57"/>
    <a:srgbClr val="FFD700"/>
    <a:srgbClr val="5B307E"/>
    <a:srgbClr val="F9BC12"/>
    <a:srgbClr val="FFD801"/>
    <a:srgbClr val="B962FF"/>
    <a:srgbClr val="0000FF"/>
    <a:srgbClr val="FDCB0B"/>
    <a:srgbClr val="EFB9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41" autoAdjust="0"/>
    <p:restoredTop sz="93360" autoAdjust="0"/>
  </p:normalViewPr>
  <p:slideViewPr>
    <p:cSldViewPr snapToGrid="0" snapToObjects="1">
      <p:cViewPr varScale="1">
        <p:scale>
          <a:sx n="115" d="100"/>
          <a:sy n="115" d="100"/>
        </p:scale>
        <p:origin x="336" y="200"/>
      </p:cViewPr>
      <p:guideLst/>
    </p:cSldViewPr>
  </p:slideViewPr>
  <p:outlineViewPr>
    <p:cViewPr>
      <p:scale>
        <a:sx n="33" d="100"/>
        <a:sy n="33" d="100"/>
      </p:scale>
      <p:origin x="0" y="-2640"/>
    </p:cViewPr>
  </p:outlineViewPr>
  <p:notesTextViewPr>
    <p:cViewPr>
      <p:scale>
        <a:sx n="145" d="100"/>
        <a:sy n="145" d="100"/>
      </p:scale>
      <p:origin x="0" y="0"/>
    </p:cViewPr>
  </p:notesTextViewPr>
  <p:sorterViewPr>
    <p:cViewPr>
      <p:scale>
        <a:sx n="173" d="100"/>
        <a:sy n="17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E8472-67E5-DE40-B53F-0C0FEA434AA0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B8802-914A-7C41-BC77-CC54DEE99E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7765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516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0484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9339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6389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36639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3383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66968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2437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200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0391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20397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18189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73234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69558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2250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-9939" y="-8628"/>
            <a:ext cx="8755906" cy="90195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区块链技术与应用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B135FE-0B53-4AC4-B659-90621587F8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71879" y="0"/>
            <a:ext cx="3012141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586694"/>
          </a:xfrm>
        </p:spPr>
        <p:txBody>
          <a:bodyPr/>
          <a:lstStyle>
            <a:lvl1pPr marL="360680" indent="-36068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lvl1pPr>
            <a:lvl2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cxnSp>
        <p:nvCxnSpPr>
          <p:cNvPr id="40" name="直线连接符 39"/>
          <p:cNvCxnSpPr/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/>
          <p:cNvCxnSpPr/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 userDrawn="1"/>
        </p:nvGrpSpPr>
        <p:grpSpPr>
          <a:xfrm>
            <a:off x="715452" y="634525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72" name="Freeform 1"/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Freeform 2"/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3"/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4"/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Freeform 5"/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Freeform 6"/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Freeform 7"/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Freeform 8"/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Freeform 9"/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Freeform 10"/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Freeform 11"/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84CEC7B-57FC-4F9E-AA77-21D3AC7B4B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0231"/>
          <a:stretch/>
        </p:blipFill>
        <p:spPr>
          <a:xfrm>
            <a:off x="9882483" y="331921"/>
            <a:ext cx="2101537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9" name="直线连接符 8"/>
          <p:cNvCxnSpPr/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/>
          <p:cNvCxnSpPr/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D841371-3C71-4398-BE31-04FC894401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0231"/>
          <a:stretch/>
        </p:blipFill>
        <p:spPr>
          <a:xfrm>
            <a:off x="9882483" y="331921"/>
            <a:ext cx="2101537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279A2F-85B5-794E-ADF1-0805CD3C44B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07508" y="365126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590270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539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lsl.app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threejs.org/examples/?q=cube#webgpu_cubemap_dynamic" TargetMode="Externa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notesSlide" Target="../notesSlides/notesSlide19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openxmlformats.org/officeDocument/2006/relationships/image" Target="../media/image30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slideLayout" Target="../slideLayouts/slideLayout10.xml"/><Relationship Id="rId33" Type="http://schemas.openxmlformats.org/officeDocument/2006/relationships/image" Target="../media/image29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25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28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image" Target="../media/image24.png"/><Relationship Id="rId36" Type="http://schemas.openxmlformats.org/officeDocument/2006/relationships/image" Target="../media/image32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27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image" Target="../media/image23.GIF"/><Relationship Id="rId30" Type="http://schemas.openxmlformats.org/officeDocument/2006/relationships/image" Target="../media/image26.png"/><Relationship Id="rId35" Type="http://schemas.openxmlformats.org/officeDocument/2006/relationships/image" Target="../media/image31.png"/><Relationship Id="rId8" Type="http://schemas.openxmlformats.org/officeDocument/2006/relationships/tags" Target="../tags/tag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3" Type="http://schemas.openxmlformats.org/officeDocument/2006/relationships/tags" Target="../tags/tag27.xml"/><Relationship Id="rId21" Type="http://schemas.openxmlformats.org/officeDocument/2006/relationships/image" Target="../media/image33.png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slideLayout" Target="../slideLayouts/slideLayout10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10" Type="http://schemas.openxmlformats.org/officeDocument/2006/relationships/tags" Target="../tags/tag34.xml"/><Relationship Id="rId19" Type="http://schemas.openxmlformats.org/officeDocument/2006/relationships/tags" Target="../tags/tag43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287494"/>
            <a:ext cx="9144000" cy="2002674"/>
          </a:xfrm>
        </p:spPr>
        <p:txBody>
          <a:bodyPr/>
          <a:lstStyle/>
          <a:p>
            <a:r>
              <a:rPr kumimoji="1" lang="zh-CN" altLang="en-US" dirty="0"/>
              <a:t>第四章 分布式系统</a:t>
            </a:r>
            <a:br>
              <a:rPr kumimoji="1" lang="en-US" altLang="zh-CN" dirty="0"/>
            </a:br>
            <a:r>
              <a:rPr kumimoji="1" lang="en-US" altLang="zh-CN" sz="3600" dirty="0"/>
              <a:t>——</a:t>
            </a:r>
            <a:r>
              <a:rPr kumimoji="1" lang="zh-CN" altLang="en-US" sz="3600" dirty="0"/>
              <a:t>并行计算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411207"/>
            <a:ext cx="9144000" cy="1657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3200" dirty="0"/>
              <a:t>授课教师：侯璐</a:t>
            </a:r>
            <a:endParaRPr kumimoji="1" lang="en-US" altLang="zh-CN" sz="3200" dirty="0"/>
          </a:p>
          <a:p>
            <a:pPr>
              <a:lnSpc>
                <a:spcPct val="150000"/>
              </a:lnSpc>
            </a:pPr>
            <a:r>
              <a:rPr kumimoji="1" lang="zh-CN" altLang="en-US" sz="3200"/>
              <a:t>信息与通信工程学院</a:t>
            </a:r>
            <a:endParaRPr kumimoji="1" lang="en-US" altLang="zh-CN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4.4 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并行计算基础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4.5 </a:t>
            </a:r>
            <a:r>
              <a:rPr kumimoji="1" lang="zh-CN" altLang="en-US" dirty="0">
                <a:latin typeface="Garamond" panose="02020404030301010803" pitchFamily="18" charset="0"/>
              </a:rPr>
              <a:t>并行编程</a:t>
            </a:r>
            <a:endParaRPr kumimoji="1" lang="en-US" altLang="zh-CN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4.6 </a:t>
            </a:r>
            <a:r>
              <a:rPr kumimoji="1" lang="zh-CN" altLang="en-US" dirty="0">
                <a:latin typeface="Garamond" panose="02020404030301010803" pitchFamily="18" charset="0"/>
              </a:rPr>
              <a:t>并行计算案例</a:t>
            </a:r>
            <a:endParaRPr kumimoji="1" lang="en-US" altLang="zh-CN" dirty="0">
              <a:latin typeface="Garamond" panose="02020404030301010803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</a:t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并行计算</a:t>
            </a:r>
            <a:r>
              <a:rPr lang="en-US" altLang="zh-CN" dirty="0">
                <a:latin typeface="Garamond" panose="02020404030301010803" pitchFamily="18" charset="0"/>
              </a:rPr>
              <a:t>(Parallel Computing)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70227"/>
            <a:ext cx="10620375" cy="2352028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/>
              <a:t>并行计算是一种将复杂的问题分解成多个较小的部分，然后同时（并行地）处理这些部分以加快计算速度的计算方法。在并行计算中，多个处理器或计算节点同时工作，每个节点处理问题的一个部分。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  <p:pic>
        <p:nvPicPr>
          <p:cNvPr id="1026" name="Picture 2" descr="一张图看懂串行，并行，并发_流程图串行和并行-CSDN博客">
            <a:extLst>
              <a:ext uri="{FF2B5EF4-FFF2-40B4-BE49-F238E27FC236}">
                <a16:creationId xmlns:a16="http://schemas.microsoft.com/office/drawing/2014/main" id="{726F2F54-7A46-4045-AEFF-AA42ECCD8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0" y="4232702"/>
            <a:ext cx="8010958" cy="262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F296621-6F99-4D3F-9699-CF51158D62FF}"/>
              </a:ext>
            </a:extLst>
          </p:cNvPr>
          <p:cNvSpPr txBox="1"/>
          <p:nvPr/>
        </p:nvSpPr>
        <p:spPr>
          <a:xfrm>
            <a:off x="838200" y="3708792"/>
            <a:ext cx="6096000" cy="597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串行：按顺序依次执行每个步骤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并行计算</a:t>
            </a:r>
            <a:r>
              <a:rPr lang="en-US" altLang="zh-CN" dirty="0">
                <a:latin typeface="Garamond" panose="02020404030301010803" pitchFamily="18" charset="0"/>
              </a:rPr>
              <a:t>(Parallel Computing)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0227"/>
            <a:ext cx="9888940" cy="649073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/>
              <a:t>任务并行</a:t>
            </a:r>
            <a:r>
              <a:rPr lang="en-US" altLang="zh-CN" dirty="0">
                <a:latin typeface="Garamond" panose="02020404030301010803" pitchFamily="18" charset="0"/>
                <a:cs typeface="+mj-cs"/>
              </a:rPr>
              <a:t>(Task Parallel)</a:t>
            </a:r>
            <a:r>
              <a:rPr lang="zh-CN" altLang="en-US" dirty="0"/>
              <a:t>：</a:t>
            </a:r>
            <a:endParaRPr lang="en-US" altLang="zh-CN" dirty="0"/>
          </a:p>
          <a:p>
            <a:pPr fontAlgn="auto">
              <a:lnSpc>
                <a:spcPct val="130000"/>
              </a:lnSpc>
              <a:buFont typeface="Wingdings" panose="05000000000000000000" pitchFamily="2" charset="2"/>
              <a:buChar char="ü"/>
            </a:pPr>
            <a:endParaRPr lang="en-US" altLang="zh-CN" dirty="0"/>
          </a:p>
          <a:p>
            <a:pPr fontAlgn="auto">
              <a:lnSpc>
                <a:spcPct val="130000"/>
              </a:lnSpc>
            </a:pPr>
            <a:endParaRPr lang="en-US" altLang="zh-CN" dirty="0"/>
          </a:p>
          <a:p>
            <a:pPr fontAlgn="auto">
              <a:lnSpc>
                <a:spcPct val="130000"/>
              </a:lnSpc>
            </a:pPr>
            <a:endParaRPr lang="en-US" altLang="zh-CN" dirty="0"/>
          </a:p>
          <a:p>
            <a:pPr marL="0" indent="0" fontAlgn="auto">
              <a:lnSpc>
                <a:spcPct val="130000"/>
              </a:lnSpc>
              <a:buNone/>
            </a:pP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  <p:pic>
        <p:nvPicPr>
          <p:cNvPr id="2050" name="Picture 2" descr="并发编程介绍_串行_并行_并发的区别-【官方】百战程序员_IT在线教育培训机构_体系课程在线学习平台">
            <a:extLst>
              <a:ext uri="{FF2B5EF4-FFF2-40B4-BE49-F238E27FC236}">
                <a16:creationId xmlns:a16="http://schemas.microsoft.com/office/drawing/2014/main" id="{D8511CF6-8281-4378-8BCB-471F0DA198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980"/>
          <a:stretch/>
        </p:blipFill>
        <p:spPr bwMode="auto">
          <a:xfrm>
            <a:off x="5644223" y="1333845"/>
            <a:ext cx="6423952" cy="397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A1ADAF3-A55C-463A-8FD7-8E9B28DF1460}"/>
              </a:ext>
            </a:extLst>
          </p:cNvPr>
          <p:cNvSpPr txBox="1">
            <a:spLocks/>
          </p:cNvSpPr>
          <p:nvPr/>
        </p:nvSpPr>
        <p:spPr>
          <a:xfrm>
            <a:off x="838200" y="3206676"/>
            <a:ext cx="9888940" cy="649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/>
              <a:t>数据并行</a:t>
            </a:r>
            <a:r>
              <a:rPr lang="en-US" altLang="zh-CN" dirty="0">
                <a:latin typeface="Garamond" panose="02020404030301010803" pitchFamily="18" charset="0"/>
                <a:cs typeface="+mj-cs"/>
              </a:rPr>
              <a:t>(Data Parallel)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A11E293-EF25-4053-AE4E-6A9861E4D54E}"/>
              </a:ext>
            </a:extLst>
          </p:cNvPr>
          <p:cNvSpPr txBox="1">
            <a:spLocks/>
          </p:cNvSpPr>
          <p:nvPr/>
        </p:nvSpPr>
        <p:spPr>
          <a:xfrm>
            <a:off x="838200" y="2057951"/>
            <a:ext cx="9888940" cy="649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Garamond" panose="02020404030301010803" pitchFamily="18" charset="0"/>
              </a:rPr>
              <a:t>大任务分解成小任务</a:t>
            </a:r>
            <a:endParaRPr lang="en-US" altLang="zh-CN" sz="2400" dirty="0">
              <a:latin typeface="Garamond" panose="02020404030301010803" pitchFamily="18" charset="0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D0DDC4B-6C9B-47DE-8ADC-B05FA0A86335}"/>
              </a:ext>
            </a:extLst>
          </p:cNvPr>
          <p:cNvSpPr txBox="1">
            <a:spLocks/>
          </p:cNvSpPr>
          <p:nvPr/>
        </p:nvSpPr>
        <p:spPr>
          <a:xfrm>
            <a:off x="838200" y="2632141"/>
            <a:ext cx="9888940" cy="649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Garamond" panose="02020404030301010803" pitchFamily="18" charset="0"/>
              </a:rPr>
              <a:t>小任务由各个</a:t>
            </a:r>
            <a:r>
              <a:rPr lang="en-US" altLang="zh-CN" sz="2400" dirty="0">
                <a:latin typeface="Garamond" panose="02020404030301010803" pitchFamily="18" charset="0"/>
              </a:rPr>
              <a:t>Worker</a:t>
            </a:r>
            <a:r>
              <a:rPr lang="zh-CN" altLang="en-US" sz="2400" dirty="0">
                <a:latin typeface="Garamond" panose="02020404030301010803" pitchFamily="18" charset="0"/>
              </a:rPr>
              <a:t>完成</a:t>
            </a:r>
            <a:endParaRPr lang="en-US" altLang="zh-CN" sz="2400" dirty="0">
              <a:latin typeface="Garamond" panose="02020404030301010803" pitchFamily="18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4074D5F-EEE5-48BB-B075-46D83B081578}"/>
              </a:ext>
            </a:extLst>
          </p:cNvPr>
          <p:cNvSpPr txBox="1">
            <a:spLocks/>
          </p:cNvSpPr>
          <p:nvPr/>
        </p:nvSpPr>
        <p:spPr>
          <a:xfrm>
            <a:off x="838200" y="3851378"/>
            <a:ext cx="9888940" cy="649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/>
              <a:t>大规模数据分解为数据段</a:t>
            </a:r>
            <a:endParaRPr lang="en-US" altLang="zh-CN" sz="2400" dirty="0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35EB94AE-48C4-478E-9477-E2AF58DE49F7}"/>
              </a:ext>
            </a:extLst>
          </p:cNvPr>
          <p:cNvSpPr txBox="1">
            <a:spLocks/>
          </p:cNvSpPr>
          <p:nvPr/>
        </p:nvSpPr>
        <p:spPr>
          <a:xfrm>
            <a:off x="838200" y="4392743"/>
            <a:ext cx="9888940" cy="649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/>
              <a:t>各个</a:t>
            </a:r>
            <a:r>
              <a:rPr lang="en-US" altLang="zh-CN" sz="2400" dirty="0">
                <a:latin typeface="Garamond" panose="02020404030301010803" pitchFamily="18" charset="0"/>
              </a:rPr>
              <a:t>Worker</a:t>
            </a:r>
            <a:r>
              <a:rPr lang="zh-CN" altLang="en-US" sz="2400" dirty="0"/>
              <a:t>负责不同的数据段</a:t>
            </a:r>
            <a:endParaRPr lang="en-US" altLang="zh-CN" sz="2400" dirty="0"/>
          </a:p>
        </p:txBody>
      </p:sp>
      <p:pic>
        <p:nvPicPr>
          <p:cNvPr id="5122" name="Picture 2" descr="一沓纸张摄影图__其他_生活百科_摄影图库_昵图网">
            <a:extLst>
              <a:ext uri="{FF2B5EF4-FFF2-40B4-BE49-F238E27FC236}">
                <a16:creationId xmlns:a16="http://schemas.microsoft.com/office/drawing/2014/main" id="{9FA3F97C-B2D4-4543-9BD8-42D4CF403B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4" t="7122" r="45996" b="15051"/>
          <a:stretch/>
        </p:blipFill>
        <p:spPr bwMode="auto">
          <a:xfrm>
            <a:off x="394855" y="5012697"/>
            <a:ext cx="1528228" cy="1708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F140058-3038-4BD5-BD3E-FE00BE2BF22D}"/>
              </a:ext>
            </a:extLst>
          </p:cNvPr>
          <p:cNvSpPr txBox="1"/>
          <p:nvPr/>
        </p:nvSpPr>
        <p:spPr>
          <a:xfrm>
            <a:off x="2050759" y="5281481"/>
            <a:ext cx="29498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100</a:t>
            </a: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张考试答卷，每张</a:t>
            </a:r>
            <a:r>
              <a:rPr lang="en-US" altLang="zh-CN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15</a:t>
            </a: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道题，</a:t>
            </a:r>
            <a:r>
              <a:rPr lang="en-US" altLang="zh-CN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4</a:t>
            </a: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个老师判卷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FC4EB3-ED6A-4EBE-A58D-554B13BF77E7}"/>
              </a:ext>
            </a:extLst>
          </p:cNvPr>
          <p:cNvSpPr txBox="1"/>
          <p:nvPr/>
        </p:nvSpPr>
        <p:spPr>
          <a:xfrm>
            <a:off x="5644223" y="5366094"/>
            <a:ext cx="6290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CC"/>
                </a:solidFill>
                <a:latin typeface="Garamond" panose="02020404030301010803" pitchFamily="18" charset="0"/>
                <a:ea typeface="Microsoft YaHei" panose="020B0503020204020204" pitchFamily="34" charset="-122"/>
              </a:rPr>
              <a:t>任务并行：</a:t>
            </a:r>
            <a:r>
              <a:rPr lang="en-US" altLang="zh-CN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A</a:t>
            </a: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判</a:t>
            </a:r>
            <a:r>
              <a:rPr lang="en-US" altLang="zh-CN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1~3</a:t>
            </a: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题，</a:t>
            </a:r>
            <a:r>
              <a:rPr lang="en-US" altLang="zh-CN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B</a:t>
            </a: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判</a:t>
            </a:r>
            <a:r>
              <a:rPr lang="en-US" altLang="zh-CN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4~6</a:t>
            </a: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题</a:t>
            </a:r>
            <a:r>
              <a:rPr lang="en-US" altLang="zh-CN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…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34D941-42FA-4F98-94E0-4A6B5EE54F49}"/>
              </a:ext>
            </a:extLst>
          </p:cNvPr>
          <p:cNvSpPr txBox="1"/>
          <p:nvPr/>
        </p:nvSpPr>
        <p:spPr>
          <a:xfrm>
            <a:off x="5644223" y="6096343"/>
            <a:ext cx="6290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CC"/>
                </a:solidFill>
                <a:latin typeface="Garamond" panose="02020404030301010803" pitchFamily="18" charset="0"/>
                <a:ea typeface="Microsoft YaHei" panose="020B0503020204020204" pitchFamily="34" charset="-122"/>
              </a:rPr>
              <a:t>数据并行：</a:t>
            </a:r>
            <a:r>
              <a:rPr lang="en-US" altLang="zh-CN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A</a:t>
            </a: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判</a:t>
            </a:r>
            <a:r>
              <a:rPr lang="en-US" altLang="zh-CN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25</a:t>
            </a: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份，</a:t>
            </a:r>
            <a:r>
              <a:rPr lang="en-US" altLang="zh-CN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B</a:t>
            </a: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判</a:t>
            </a:r>
            <a:r>
              <a:rPr lang="en-US" altLang="zh-CN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25</a:t>
            </a: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份</a:t>
            </a:r>
            <a:r>
              <a:rPr lang="en-US" altLang="zh-CN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… 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F15BED77-3A68-4F4E-BAD7-4E52C3F2EC1D}"/>
              </a:ext>
            </a:extLst>
          </p:cNvPr>
          <p:cNvSpPr/>
          <p:nvPr/>
        </p:nvSpPr>
        <p:spPr>
          <a:xfrm>
            <a:off x="5146211" y="5675815"/>
            <a:ext cx="352425" cy="382541"/>
          </a:xfrm>
          <a:prstGeom prst="rightArrow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18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8" grpId="0"/>
      <p:bldP spid="9" grpId="0"/>
      <p:bldP spid="10" grpId="0"/>
      <p:bldP spid="11" grpId="0"/>
      <p:bldP spid="4" grpId="0"/>
      <p:bldP spid="13" grpId="0"/>
      <p:bldP spid="14" grpId="0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并行计算</a:t>
            </a:r>
            <a:r>
              <a:rPr lang="en-US" altLang="zh-CN" dirty="0">
                <a:latin typeface="Garamond" panose="02020404030301010803" pitchFamily="18" charset="0"/>
              </a:rPr>
              <a:t>(Parallel Computing)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8240" y="1384743"/>
            <a:ext cx="5297760" cy="693439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计算</a:t>
            </a:r>
            <a:r>
              <a:rPr lang="en-US" altLang="zh-CN" dirty="0">
                <a:latin typeface="Garamond" panose="02020404030301010803" pitchFamily="18" charset="0"/>
              </a:rPr>
              <a:t>100</a:t>
            </a:r>
            <a:r>
              <a:rPr lang="zh-CN" altLang="en-US" dirty="0">
                <a:latin typeface="Garamond" panose="02020404030301010803" pitchFamily="18" charset="0"/>
              </a:rPr>
              <a:t>万个浮点数的</a:t>
            </a:r>
            <a:r>
              <a:rPr lang="en-US" altLang="zh-CN" dirty="0">
                <a:latin typeface="Garamond" panose="02020404030301010803" pitchFamily="18" charset="0"/>
              </a:rPr>
              <a:t>sin</a:t>
            </a:r>
            <a:r>
              <a:rPr lang="zh-CN" altLang="en-US" dirty="0">
                <a:latin typeface="Garamond" panose="02020404030301010803" pitchFamily="18" charset="0"/>
              </a:rPr>
              <a:t>值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</a:t>
            </a:fld>
            <a:endParaRPr kumimoji="1"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2B8B458-CBDE-45C2-80BD-AB3DEF72DBF4}"/>
              </a:ext>
            </a:extLst>
          </p:cNvPr>
          <p:cNvSpPr/>
          <p:nvPr/>
        </p:nvSpPr>
        <p:spPr>
          <a:xfrm>
            <a:off x="748145" y="2059711"/>
            <a:ext cx="4904510" cy="48029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float angle[1000000]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AAC2C53-68F1-40F0-9A1D-E1F3055DF624}"/>
              </a:ext>
            </a:extLst>
          </p:cNvPr>
          <p:cNvSpPr/>
          <p:nvPr/>
        </p:nvSpPr>
        <p:spPr>
          <a:xfrm>
            <a:off x="6601690" y="2043224"/>
            <a:ext cx="4904510" cy="48029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float angle[1000000]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62BB9A7-B90B-4257-86E6-76032E74D02B}"/>
              </a:ext>
            </a:extLst>
          </p:cNvPr>
          <p:cNvSpPr/>
          <p:nvPr/>
        </p:nvSpPr>
        <p:spPr>
          <a:xfrm>
            <a:off x="748145" y="2844796"/>
            <a:ext cx="785091" cy="2724727"/>
          </a:xfrm>
          <a:prstGeom prst="roundRect">
            <a:avLst/>
          </a:prstGeom>
          <a:solidFill>
            <a:srgbClr val="F9BC12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0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~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250000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1DF3B63-A362-41F0-B8A9-6FA88F112D81}"/>
              </a:ext>
            </a:extLst>
          </p:cNvPr>
          <p:cNvSpPr/>
          <p:nvPr/>
        </p:nvSpPr>
        <p:spPr>
          <a:xfrm>
            <a:off x="2139371" y="2844796"/>
            <a:ext cx="785091" cy="2724727"/>
          </a:xfrm>
          <a:prstGeom prst="roundRect">
            <a:avLst/>
          </a:prstGeom>
          <a:solidFill>
            <a:srgbClr val="F9BC12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250000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~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500000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D926D0C-16A9-466A-8811-CA66AC7AFE61}"/>
              </a:ext>
            </a:extLst>
          </p:cNvPr>
          <p:cNvSpPr/>
          <p:nvPr/>
        </p:nvSpPr>
        <p:spPr>
          <a:xfrm>
            <a:off x="3503467" y="2844796"/>
            <a:ext cx="785091" cy="2724727"/>
          </a:xfrm>
          <a:prstGeom prst="roundRect">
            <a:avLst/>
          </a:prstGeom>
          <a:solidFill>
            <a:srgbClr val="F9BC12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50000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~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750000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B6DEBB6-16A1-4C9A-89FC-A15BF3BCC9B8}"/>
              </a:ext>
            </a:extLst>
          </p:cNvPr>
          <p:cNvSpPr/>
          <p:nvPr/>
        </p:nvSpPr>
        <p:spPr>
          <a:xfrm>
            <a:off x="4867564" y="2844796"/>
            <a:ext cx="785091" cy="2724727"/>
          </a:xfrm>
          <a:prstGeom prst="roundRect">
            <a:avLst/>
          </a:prstGeom>
          <a:solidFill>
            <a:srgbClr val="F9BC12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750000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~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1000000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D1B3A54-AB9E-44A4-BA59-F292B1FB9E4E}"/>
              </a:ext>
            </a:extLst>
          </p:cNvPr>
          <p:cNvSpPr/>
          <p:nvPr/>
        </p:nvSpPr>
        <p:spPr>
          <a:xfrm>
            <a:off x="6601690" y="2818797"/>
            <a:ext cx="2034314" cy="480291"/>
          </a:xfrm>
          <a:prstGeom prst="roundRect">
            <a:avLst/>
          </a:prstGeom>
          <a:solidFill>
            <a:srgbClr val="F9BC12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D58C5F5-5FF7-4E58-84AB-25E9E7F7D3AD}"/>
              </a:ext>
            </a:extLst>
          </p:cNvPr>
          <p:cNvSpPr/>
          <p:nvPr/>
        </p:nvSpPr>
        <p:spPr>
          <a:xfrm>
            <a:off x="748145" y="5883132"/>
            <a:ext cx="4904510" cy="48029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float results[1000000]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7B0B0FF1-5DBA-418F-9B1B-A251693F35F1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2018149" y="1662545"/>
            <a:ext cx="304794" cy="2059709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5DCD59A4-AF24-4466-92AA-BD945758CC83}"/>
              </a:ext>
            </a:extLst>
          </p:cNvPr>
          <p:cNvCxnSpPr>
            <a:stCxn id="4" idx="2"/>
            <a:endCxn id="14" idx="0"/>
          </p:cNvCxnSpPr>
          <p:nvPr/>
        </p:nvCxnSpPr>
        <p:spPr>
          <a:xfrm rot="16200000" flipH="1">
            <a:off x="4077858" y="1662544"/>
            <a:ext cx="304794" cy="205971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9D59B535-8C23-4FC3-8A3C-BD6B956D96B4}"/>
              </a:ext>
            </a:extLst>
          </p:cNvPr>
          <p:cNvCxnSpPr>
            <a:stCxn id="4" idx="2"/>
            <a:endCxn id="12" idx="0"/>
          </p:cNvCxnSpPr>
          <p:nvPr/>
        </p:nvCxnSpPr>
        <p:spPr>
          <a:xfrm rot="5400000">
            <a:off x="2713762" y="2358158"/>
            <a:ext cx="304794" cy="668483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704EB7C1-3383-449C-9384-CA3E44731481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rot="16200000" flipH="1">
            <a:off x="3395809" y="2344592"/>
            <a:ext cx="304794" cy="695613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6A32B6A8-78E2-4976-84FB-02B23DD0B4BD}"/>
              </a:ext>
            </a:extLst>
          </p:cNvPr>
          <p:cNvCxnSpPr>
            <a:stCxn id="5" idx="2"/>
            <a:endCxn id="16" idx="0"/>
          </p:cNvCxnSpPr>
          <p:nvPr/>
        </p:nvCxnSpPr>
        <p:spPr>
          <a:xfrm rot="16200000" flipH="1">
            <a:off x="2013741" y="4696472"/>
            <a:ext cx="313609" cy="2059709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02CE8667-0FAB-47D5-A545-61D1F2DF51EE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 rot="16200000" flipH="1">
            <a:off x="2709354" y="5392085"/>
            <a:ext cx="313609" cy="668483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B3A83AF0-7F76-4001-ACDF-436201E6E723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 rot="5400000">
            <a:off x="3391403" y="5378521"/>
            <a:ext cx="313609" cy="695613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74F547C0-40A3-458E-A385-95C269832BD8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rot="5400000">
            <a:off x="4073451" y="4696472"/>
            <a:ext cx="313609" cy="205971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E30B609-C635-4074-A499-D91203CD24D4}"/>
              </a:ext>
            </a:extLst>
          </p:cNvPr>
          <p:cNvSpPr/>
          <p:nvPr/>
        </p:nvSpPr>
        <p:spPr>
          <a:xfrm>
            <a:off x="9471887" y="2818797"/>
            <a:ext cx="2034314" cy="480291"/>
          </a:xfrm>
          <a:prstGeom prst="roundRect">
            <a:avLst/>
          </a:prstGeom>
          <a:solidFill>
            <a:srgbClr val="F9BC12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126F24A8-564E-44A5-83EC-06EFE4186073}"/>
              </a:ext>
            </a:extLst>
          </p:cNvPr>
          <p:cNvSpPr/>
          <p:nvPr/>
        </p:nvSpPr>
        <p:spPr>
          <a:xfrm>
            <a:off x="6601690" y="3412622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3E3858E1-641C-4689-B5D2-D7F01658E38E}"/>
              </a:ext>
            </a:extLst>
          </p:cNvPr>
          <p:cNvSpPr/>
          <p:nvPr/>
        </p:nvSpPr>
        <p:spPr>
          <a:xfrm>
            <a:off x="7033491" y="3412622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9565749-655B-4AFB-867A-64B8D8E2F8A6}"/>
              </a:ext>
            </a:extLst>
          </p:cNvPr>
          <p:cNvSpPr/>
          <p:nvPr/>
        </p:nvSpPr>
        <p:spPr>
          <a:xfrm>
            <a:off x="7465292" y="3412622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257E9EE7-B4C6-4E96-8EA6-4DA9BC3B0503}"/>
              </a:ext>
            </a:extLst>
          </p:cNvPr>
          <p:cNvSpPr/>
          <p:nvPr/>
        </p:nvSpPr>
        <p:spPr>
          <a:xfrm>
            <a:off x="7897093" y="3412622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7B3CDD9-81A2-4085-BD6C-E53FF7375671}"/>
              </a:ext>
            </a:extLst>
          </p:cNvPr>
          <p:cNvSpPr/>
          <p:nvPr/>
        </p:nvSpPr>
        <p:spPr>
          <a:xfrm>
            <a:off x="8328894" y="3409987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21DAA56-362D-4774-B5DC-66BFF5FEB870}"/>
              </a:ext>
            </a:extLst>
          </p:cNvPr>
          <p:cNvSpPr/>
          <p:nvPr/>
        </p:nvSpPr>
        <p:spPr>
          <a:xfrm>
            <a:off x="6606310" y="3810002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5204B75-0756-4427-969A-CED76C8C73A4}"/>
              </a:ext>
            </a:extLst>
          </p:cNvPr>
          <p:cNvSpPr/>
          <p:nvPr/>
        </p:nvSpPr>
        <p:spPr>
          <a:xfrm>
            <a:off x="7038111" y="3810002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A7E70E0F-DA03-45EE-BA12-85F3211F066B}"/>
              </a:ext>
            </a:extLst>
          </p:cNvPr>
          <p:cNvSpPr/>
          <p:nvPr/>
        </p:nvSpPr>
        <p:spPr>
          <a:xfrm>
            <a:off x="7469912" y="3810002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222F4AD2-D2F5-47CA-A119-F7A85E8981B0}"/>
              </a:ext>
            </a:extLst>
          </p:cNvPr>
          <p:cNvSpPr/>
          <p:nvPr/>
        </p:nvSpPr>
        <p:spPr>
          <a:xfrm>
            <a:off x="7901713" y="3810002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07E8642-69EC-487B-ADBB-89553D8F6B8E}"/>
              </a:ext>
            </a:extLst>
          </p:cNvPr>
          <p:cNvSpPr/>
          <p:nvPr/>
        </p:nvSpPr>
        <p:spPr>
          <a:xfrm>
            <a:off x="8333514" y="3807367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5D449FE3-0B22-4E37-8231-9246C79F1216}"/>
              </a:ext>
            </a:extLst>
          </p:cNvPr>
          <p:cNvSpPr/>
          <p:nvPr/>
        </p:nvSpPr>
        <p:spPr>
          <a:xfrm>
            <a:off x="9467267" y="3410170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8D4C866A-8075-4616-BAD2-5CD2A43420BA}"/>
              </a:ext>
            </a:extLst>
          </p:cNvPr>
          <p:cNvSpPr/>
          <p:nvPr/>
        </p:nvSpPr>
        <p:spPr>
          <a:xfrm>
            <a:off x="9899068" y="3410170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EAF8C1B8-03B8-430B-A8CA-CB19D25CD192}"/>
              </a:ext>
            </a:extLst>
          </p:cNvPr>
          <p:cNvSpPr/>
          <p:nvPr/>
        </p:nvSpPr>
        <p:spPr>
          <a:xfrm>
            <a:off x="10330869" y="3410170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518FB469-F0B0-4A69-BFC9-1DBF2D595561}"/>
              </a:ext>
            </a:extLst>
          </p:cNvPr>
          <p:cNvSpPr/>
          <p:nvPr/>
        </p:nvSpPr>
        <p:spPr>
          <a:xfrm>
            <a:off x="10762670" y="3410170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713B320D-C8E9-4CD1-89FD-4AC98D44EAB3}"/>
              </a:ext>
            </a:extLst>
          </p:cNvPr>
          <p:cNvSpPr/>
          <p:nvPr/>
        </p:nvSpPr>
        <p:spPr>
          <a:xfrm>
            <a:off x="11194471" y="3407535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FD7455C5-73E2-4D11-8E24-091460E4657B}"/>
              </a:ext>
            </a:extLst>
          </p:cNvPr>
          <p:cNvSpPr/>
          <p:nvPr/>
        </p:nvSpPr>
        <p:spPr>
          <a:xfrm>
            <a:off x="9471887" y="3807550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AAFB4A11-2436-48D6-AA63-E4115F1AD633}"/>
              </a:ext>
            </a:extLst>
          </p:cNvPr>
          <p:cNvSpPr/>
          <p:nvPr/>
        </p:nvSpPr>
        <p:spPr>
          <a:xfrm>
            <a:off x="9903688" y="3807550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0C5E68F4-C8DA-4351-B64F-EBF189C32F60}"/>
              </a:ext>
            </a:extLst>
          </p:cNvPr>
          <p:cNvSpPr/>
          <p:nvPr/>
        </p:nvSpPr>
        <p:spPr>
          <a:xfrm>
            <a:off x="10335489" y="3807550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CE2DCE42-21FB-4D47-BD9A-3F71EDD9CA14}"/>
              </a:ext>
            </a:extLst>
          </p:cNvPr>
          <p:cNvSpPr/>
          <p:nvPr/>
        </p:nvSpPr>
        <p:spPr>
          <a:xfrm>
            <a:off x="10767290" y="3807550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0941820C-DBA1-4473-960C-EB26E206BCC5}"/>
              </a:ext>
            </a:extLst>
          </p:cNvPr>
          <p:cNvSpPr/>
          <p:nvPr/>
        </p:nvSpPr>
        <p:spPr>
          <a:xfrm>
            <a:off x="11199091" y="3804915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6A4E512C-E7B4-4C52-B27B-C01A363E9438}"/>
              </a:ext>
            </a:extLst>
          </p:cNvPr>
          <p:cNvSpPr/>
          <p:nvPr/>
        </p:nvSpPr>
        <p:spPr>
          <a:xfrm>
            <a:off x="6600535" y="4342794"/>
            <a:ext cx="2034314" cy="480291"/>
          </a:xfrm>
          <a:prstGeom prst="roundRect">
            <a:avLst/>
          </a:prstGeom>
          <a:solidFill>
            <a:srgbClr val="F9BC12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98E92D22-0880-4614-90F3-235E66D1D57B}"/>
              </a:ext>
            </a:extLst>
          </p:cNvPr>
          <p:cNvSpPr/>
          <p:nvPr/>
        </p:nvSpPr>
        <p:spPr>
          <a:xfrm>
            <a:off x="6600535" y="4936619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4705C7A1-158C-4D01-A8AA-C68401172F9D}"/>
              </a:ext>
            </a:extLst>
          </p:cNvPr>
          <p:cNvSpPr/>
          <p:nvPr/>
        </p:nvSpPr>
        <p:spPr>
          <a:xfrm>
            <a:off x="7032336" y="4936619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E6FAE0E8-BB11-4202-BA5E-B05CF0664CFA}"/>
              </a:ext>
            </a:extLst>
          </p:cNvPr>
          <p:cNvSpPr/>
          <p:nvPr/>
        </p:nvSpPr>
        <p:spPr>
          <a:xfrm>
            <a:off x="7464137" y="4936619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A8725C58-151E-42D9-9440-617E327028CC}"/>
              </a:ext>
            </a:extLst>
          </p:cNvPr>
          <p:cNvSpPr/>
          <p:nvPr/>
        </p:nvSpPr>
        <p:spPr>
          <a:xfrm>
            <a:off x="7895938" y="4936619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DA5AF617-7C10-49DF-96FB-C0984EF7CD48}"/>
              </a:ext>
            </a:extLst>
          </p:cNvPr>
          <p:cNvSpPr/>
          <p:nvPr/>
        </p:nvSpPr>
        <p:spPr>
          <a:xfrm>
            <a:off x="8327739" y="4933984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D8DF0CB6-4464-4515-9322-C0C5E9EA8191}"/>
              </a:ext>
            </a:extLst>
          </p:cNvPr>
          <p:cNvSpPr/>
          <p:nvPr/>
        </p:nvSpPr>
        <p:spPr>
          <a:xfrm>
            <a:off x="6605155" y="5333999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9883C01E-F1C3-4558-9B6C-CE1A1302E926}"/>
              </a:ext>
            </a:extLst>
          </p:cNvPr>
          <p:cNvSpPr/>
          <p:nvPr/>
        </p:nvSpPr>
        <p:spPr>
          <a:xfrm>
            <a:off x="7036956" y="5333999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D3AAAA97-81B1-45A0-8A3B-D76A40DBA39C}"/>
              </a:ext>
            </a:extLst>
          </p:cNvPr>
          <p:cNvSpPr/>
          <p:nvPr/>
        </p:nvSpPr>
        <p:spPr>
          <a:xfrm>
            <a:off x="7468757" y="5333999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5E68C9D3-ADBF-4EE2-85B0-D30C18936707}"/>
              </a:ext>
            </a:extLst>
          </p:cNvPr>
          <p:cNvSpPr/>
          <p:nvPr/>
        </p:nvSpPr>
        <p:spPr>
          <a:xfrm>
            <a:off x="7900558" y="5333999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2758E3A3-9432-4CC4-8D31-ADC3F1CB53B0}"/>
              </a:ext>
            </a:extLst>
          </p:cNvPr>
          <p:cNvSpPr/>
          <p:nvPr/>
        </p:nvSpPr>
        <p:spPr>
          <a:xfrm>
            <a:off x="8332359" y="5331364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8F6E9BCA-46C2-4962-BB5B-906A05D36986}"/>
              </a:ext>
            </a:extLst>
          </p:cNvPr>
          <p:cNvSpPr/>
          <p:nvPr/>
        </p:nvSpPr>
        <p:spPr>
          <a:xfrm>
            <a:off x="9467267" y="4345206"/>
            <a:ext cx="2034314" cy="480291"/>
          </a:xfrm>
          <a:prstGeom prst="roundRect">
            <a:avLst/>
          </a:prstGeom>
          <a:solidFill>
            <a:srgbClr val="F9BC12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8CBA0806-97CD-4A42-B430-E8FAD5349A3B}"/>
              </a:ext>
            </a:extLst>
          </p:cNvPr>
          <p:cNvSpPr/>
          <p:nvPr/>
        </p:nvSpPr>
        <p:spPr>
          <a:xfrm>
            <a:off x="9467267" y="4939031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543A4368-F36A-43CB-959D-5EEA4C74D6CF}"/>
              </a:ext>
            </a:extLst>
          </p:cNvPr>
          <p:cNvSpPr/>
          <p:nvPr/>
        </p:nvSpPr>
        <p:spPr>
          <a:xfrm>
            <a:off x="9899068" y="4939031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FA5678E0-1477-4B80-AA76-530C6EA07A90}"/>
              </a:ext>
            </a:extLst>
          </p:cNvPr>
          <p:cNvSpPr/>
          <p:nvPr/>
        </p:nvSpPr>
        <p:spPr>
          <a:xfrm>
            <a:off x="10330869" y="4939031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ED13DE01-83E2-4DB2-A2EC-6ABA9A6A777E}"/>
              </a:ext>
            </a:extLst>
          </p:cNvPr>
          <p:cNvSpPr/>
          <p:nvPr/>
        </p:nvSpPr>
        <p:spPr>
          <a:xfrm>
            <a:off x="10762670" y="4939031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E878A84E-A121-45D0-B6E5-5A30C2D52A9F}"/>
              </a:ext>
            </a:extLst>
          </p:cNvPr>
          <p:cNvSpPr/>
          <p:nvPr/>
        </p:nvSpPr>
        <p:spPr>
          <a:xfrm>
            <a:off x="11194471" y="4936396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8F909678-8B72-4407-AF23-EE197B66612E}"/>
              </a:ext>
            </a:extLst>
          </p:cNvPr>
          <p:cNvSpPr/>
          <p:nvPr/>
        </p:nvSpPr>
        <p:spPr>
          <a:xfrm>
            <a:off x="9471887" y="5336411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65574B7D-F3D7-4DF4-B852-891F492194BA}"/>
              </a:ext>
            </a:extLst>
          </p:cNvPr>
          <p:cNvSpPr/>
          <p:nvPr/>
        </p:nvSpPr>
        <p:spPr>
          <a:xfrm>
            <a:off x="9903688" y="5336411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99FEC6C1-14B7-496D-A97A-F3A2DA01379A}"/>
              </a:ext>
            </a:extLst>
          </p:cNvPr>
          <p:cNvSpPr/>
          <p:nvPr/>
        </p:nvSpPr>
        <p:spPr>
          <a:xfrm>
            <a:off x="10335489" y="5336411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F619EB5F-E26F-4B6B-B6B9-306D11CC09B7}"/>
              </a:ext>
            </a:extLst>
          </p:cNvPr>
          <p:cNvSpPr/>
          <p:nvPr/>
        </p:nvSpPr>
        <p:spPr>
          <a:xfrm>
            <a:off x="10767290" y="5336411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2C4C01FE-99BB-4486-BF24-F88994684E2A}"/>
              </a:ext>
            </a:extLst>
          </p:cNvPr>
          <p:cNvSpPr/>
          <p:nvPr/>
        </p:nvSpPr>
        <p:spPr>
          <a:xfrm>
            <a:off x="11199091" y="5333776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18642E20-5792-4128-8121-13E43B43DC23}"/>
              </a:ext>
            </a:extLst>
          </p:cNvPr>
          <p:cNvSpPr/>
          <p:nvPr/>
        </p:nvSpPr>
        <p:spPr>
          <a:xfrm>
            <a:off x="6597071" y="5883131"/>
            <a:ext cx="4904510" cy="48029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</a:rPr>
              <a:t>float results[1000000]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4015D527-9123-40F5-B26D-E75E28EA58AA}"/>
              </a:ext>
            </a:extLst>
          </p:cNvPr>
          <p:cNvCxnSpPr>
            <a:stCxn id="9" idx="2"/>
            <a:endCxn id="15" idx="0"/>
          </p:cNvCxnSpPr>
          <p:nvPr/>
        </p:nvCxnSpPr>
        <p:spPr>
          <a:xfrm rot="5400000">
            <a:off x="8188755" y="1953607"/>
            <a:ext cx="295282" cy="1435098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E952F17E-F4F7-424D-9CAB-83EBAF80CBA5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 rot="16200000" flipH="1">
            <a:off x="9623853" y="1953606"/>
            <a:ext cx="295282" cy="143509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28343FB1-EF21-4704-879B-219A9D3D6BC4}"/>
              </a:ext>
            </a:extLst>
          </p:cNvPr>
          <p:cNvCxnSpPr>
            <a:cxnSpLocks/>
            <a:stCxn id="9" idx="2"/>
            <a:endCxn id="57" idx="0"/>
          </p:cNvCxnSpPr>
          <p:nvPr/>
        </p:nvCxnSpPr>
        <p:spPr>
          <a:xfrm rot="5400000">
            <a:off x="7426180" y="2715028"/>
            <a:ext cx="1819279" cy="1436253"/>
          </a:xfrm>
          <a:prstGeom prst="bentConnector3">
            <a:avLst>
              <a:gd name="adj1" fmla="val 9264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4948DB21-0169-48CF-BB65-005EC875C608}"/>
              </a:ext>
            </a:extLst>
          </p:cNvPr>
          <p:cNvCxnSpPr>
            <a:cxnSpLocks/>
            <a:stCxn id="9" idx="2"/>
            <a:endCxn id="68" idx="0"/>
          </p:cNvCxnSpPr>
          <p:nvPr/>
        </p:nvCxnSpPr>
        <p:spPr>
          <a:xfrm rot="16200000" flipH="1">
            <a:off x="8858339" y="2719120"/>
            <a:ext cx="1821691" cy="1430479"/>
          </a:xfrm>
          <a:prstGeom prst="bentConnector3">
            <a:avLst>
              <a:gd name="adj1" fmla="val 9259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95E43D1B-3CCD-41AB-9629-9FB89C5CF278}"/>
              </a:ext>
            </a:extLst>
          </p:cNvPr>
          <p:cNvSpPr txBox="1"/>
          <p:nvPr/>
        </p:nvSpPr>
        <p:spPr>
          <a:xfrm>
            <a:off x="748146" y="6257168"/>
            <a:ext cx="4904510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多核多进程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0B9A4F6-9E2D-4267-B548-1D985BA84E52}"/>
              </a:ext>
            </a:extLst>
          </p:cNvPr>
          <p:cNvSpPr txBox="1"/>
          <p:nvPr/>
        </p:nvSpPr>
        <p:spPr>
          <a:xfrm>
            <a:off x="8033322" y="6281804"/>
            <a:ext cx="2059709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数据向量化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8DA8E0DE-27E3-49A0-8363-ED48C7A1BB24}"/>
              </a:ext>
            </a:extLst>
          </p:cNvPr>
          <p:cNvSpPr/>
          <p:nvPr/>
        </p:nvSpPr>
        <p:spPr>
          <a:xfrm>
            <a:off x="6606309" y="1431140"/>
            <a:ext cx="1295403" cy="480291"/>
          </a:xfrm>
          <a:prstGeom prst="roundRect">
            <a:avLst/>
          </a:prstGeom>
          <a:solidFill>
            <a:srgbClr val="F9BC12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Garamond" panose="02020404030301010803" pitchFamily="18" charset="0"/>
              </a:rPr>
              <a:t>计算单元</a:t>
            </a: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388EFE93-9276-43DD-A5D6-588B98831A58}"/>
              </a:ext>
            </a:extLst>
          </p:cNvPr>
          <p:cNvSpPr/>
          <p:nvPr/>
        </p:nvSpPr>
        <p:spPr>
          <a:xfrm>
            <a:off x="8580593" y="1525704"/>
            <a:ext cx="307110" cy="291162"/>
          </a:xfrm>
          <a:prstGeom prst="roundRect">
            <a:avLst/>
          </a:prstGeom>
          <a:solidFill>
            <a:srgbClr val="A40A57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58616414-AAE5-4386-BE50-B66C04555F50}"/>
              </a:ext>
            </a:extLst>
          </p:cNvPr>
          <p:cNvSpPr txBox="1"/>
          <p:nvPr/>
        </p:nvSpPr>
        <p:spPr>
          <a:xfrm>
            <a:off x="8889200" y="1462283"/>
            <a:ext cx="898241" cy="41735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寄存器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FDD10985-8340-9B8C-B6DD-DF1B781D0C6F}"/>
              </a:ext>
            </a:extLst>
          </p:cNvPr>
          <p:cNvSpPr/>
          <p:nvPr/>
        </p:nvSpPr>
        <p:spPr>
          <a:xfrm>
            <a:off x="10354465" y="6439166"/>
            <a:ext cx="1670488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数据怎么分配？</a:t>
            </a:r>
          </a:p>
        </p:txBody>
      </p:sp>
      <p:pic>
        <p:nvPicPr>
          <p:cNvPr id="100" name="图片 99">
            <a:extLst>
              <a:ext uri="{FF2B5EF4-FFF2-40B4-BE49-F238E27FC236}">
                <a16:creationId xmlns:a16="http://schemas.microsoft.com/office/drawing/2014/main" id="{4E59EBA7-C5E9-5050-CC27-E45447318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966" y="6318149"/>
            <a:ext cx="601662" cy="601662"/>
          </a:xfrm>
          <a:prstGeom prst="rect">
            <a:avLst/>
          </a:prstGeom>
        </p:spPr>
      </p:pic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B736AC5D-8731-4095-BCFC-0736386FC6AB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8636004" y="3058943"/>
            <a:ext cx="146626" cy="282418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B9518C07-94ED-46B0-9B2B-5E6975D4A078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8634849" y="4582940"/>
            <a:ext cx="147781" cy="130019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连接符: 肘形 107">
            <a:extLst>
              <a:ext uri="{FF2B5EF4-FFF2-40B4-BE49-F238E27FC236}">
                <a16:creationId xmlns:a16="http://schemas.microsoft.com/office/drawing/2014/main" id="{0E79C8B8-9E29-449B-8DEB-F56A85C1BE34}"/>
              </a:ext>
            </a:extLst>
          </p:cNvPr>
          <p:cNvCxnSpPr>
            <a:cxnSpLocks/>
            <a:stCxn id="36" idx="1"/>
          </p:cNvCxnSpPr>
          <p:nvPr/>
        </p:nvCxnSpPr>
        <p:spPr>
          <a:xfrm rot="10800000" flipV="1">
            <a:off x="9280237" y="3058942"/>
            <a:ext cx="191650" cy="282418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5A79DFA6-0930-45AA-B194-E384B309BD9C}"/>
              </a:ext>
            </a:extLst>
          </p:cNvPr>
          <p:cNvCxnSpPr>
            <a:cxnSpLocks/>
            <a:stCxn id="68" idx="1"/>
          </p:cNvCxnSpPr>
          <p:nvPr/>
        </p:nvCxnSpPr>
        <p:spPr>
          <a:xfrm rot="10800000" flipV="1">
            <a:off x="9280237" y="4585352"/>
            <a:ext cx="187030" cy="127500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982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9" grpId="0" animBg="1"/>
      <p:bldP spid="5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94" grpId="0"/>
      <p:bldP spid="95" grpId="0"/>
      <p:bldP spid="96" grpId="0" animBg="1"/>
      <p:bldP spid="97" grpId="0" animBg="1"/>
      <p:bldP spid="98" grpId="0"/>
      <p:bldP spid="9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并行计算</a:t>
            </a:r>
            <a:r>
              <a:rPr lang="en-US" altLang="zh-CN" dirty="0">
                <a:latin typeface="Garamond" panose="02020404030301010803" pitchFamily="18" charset="0"/>
              </a:rPr>
              <a:t>(Parallel Computing)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0227"/>
            <a:ext cx="9888940" cy="712164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/>
              <a:t>数据并行硬件基础：</a:t>
            </a:r>
            <a:r>
              <a:rPr lang="en-US" altLang="zh-CN" dirty="0">
                <a:latin typeface="Garamond" panose="02020404030301010803" pitchFamily="18" charset="0"/>
              </a:rPr>
              <a:t>Simple </a:t>
            </a:r>
            <a:r>
              <a:rPr lang="en-US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Instruction</a:t>
            </a:r>
            <a:r>
              <a:rPr lang="en-US" altLang="zh-CN" dirty="0">
                <a:latin typeface="Garamond" panose="02020404030301010803" pitchFamily="18" charset="0"/>
              </a:rPr>
              <a:t> Multiple Data (S</a:t>
            </a:r>
            <a:r>
              <a:rPr lang="en-US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I</a:t>
            </a:r>
            <a:r>
              <a:rPr lang="en-US" altLang="zh-CN" dirty="0">
                <a:latin typeface="Garamond" panose="02020404030301010803" pitchFamily="18" charset="0"/>
              </a:rPr>
              <a:t>MD)</a:t>
            </a:r>
          </a:p>
          <a:p>
            <a:pPr fontAlgn="auto">
              <a:lnSpc>
                <a:spcPct val="130000"/>
              </a:lnSpc>
              <a:buFont typeface="Wingdings" panose="05000000000000000000" pitchFamily="2" charset="2"/>
              <a:buChar char="ü"/>
            </a:pPr>
            <a:endParaRPr lang="en-US" altLang="zh-CN" dirty="0">
              <a:latin typeface="Garamond" panose="02020404030301010803" pitchFamily="18" charset="0"/>
            </a:endParaRPr>
          </a:p>
          <a:p>
            <a:pPr marL="0" indent="0" fontAlgn="auto">
              <a:lnSpc>
                <a:spcPct val="130000"/>
              </a:lnSpc>
              <a:buNone/>
            </a:pPr>
            <a:endParaRPr lang="en-US" altLang="zh-CN" dirty="0"/>
          </a:p>
          <a:p>
            <a:pPr marL="0" indent="0" fontAlgn="auto">
              <a:lnSpc>
                <a:spcPct val="130000"/>
              </a:lnSpc>
              <a:buNone/>
            </a:pP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  <p:pic>
        <p:nvPicPr>
          <p:cNvPr id="3074" name="Picture 2" descr="NEON简介_neon technology-CSDN博客">
            <a:extLst>
              <a:ext uri="{FF2B5EF4-FFF2-40B4-BE49-F238E27FC236}">
                <a16:creationId xmlns:a16="http://schemas.microsoft.com/office/drawing/2014/main" id="{9B73EB8C-AE8D-4F27-ABFD-A608C8DCA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75973"/>
            <a:ext cx="5523923" cy="4882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IMD-ADMS18">
            <a:extLst>
              <a:ext uri="{FF2B5EF4-FFF2-40B4-BE49-F238E27FC236}">
                <a16:creationId xmlns:a16="http://schemas.microsoft.com/office/drawing/2014/main" id="{75065BC3-4A86-4B3C-B471-7026E5390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743" y="2082391"/>
            <a:ext cx="4196331" cy="4555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全新第13代英特尔酷睿处理器发布，多线程性能提升41%（全文）_Intel 酷睿 i7 12700_工作站-中关村在线">
            <a:extLst>
              <a:ext uri="{FF2B5EF4-FFF2-40B4-BE49-F238E27FC236}">
                <a16:creationId xmlns:a16="http://schemas.microsoft.com/office/drawing/2014/main" id="{A2C37F3F-0A43-43FF-B0CF-A16513F13B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17" t="12337" r="31031" b="9453"/>
          <a:stretch/>
        </p:blipFill>
        <p:spPr bwMode="auto">
          <a:xfrm>
            <a:off x="10451158" y="1327113"/>
            <a:ext cx="1345987" cy="1510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65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4.4 </a:t>
            </a:r>
            <a:r>
              <a:rPr kumimoji="1" lang="zh-CN" altLang="en-US" dirty="0">
                <a:latin typeface="Garamond" panose="02020404030301010803" pitchFamily="18" charset="0"/>
              </a:rPr>
              <a:t>并行计算基础</a:t>
            </a:r>
            <a:endParaRPr kumimoji="1" lang="en-US" altLang="zh-CN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4.5 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并行编程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4.6 </a:t>
            </a:r>
            <a:r>
              <a:rPr kumimoji="1" lang="zh-CN" altLang="en-US" dirty="0">
                <a:latin typeface="Garamond" panose="02020404030301010803" pitchFamily="18" charset="0"/>
              </a:rPr>
              <a:t>并行计算案例</a:t>
            </a:r>
            <a:endParaRPr kumimoji="1" lang="en-US" altLang="zh-CN" dirty="0">
              <a:latin typeface="Garamond" panose="02020404030301010803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7669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并行编程</a:t>
            </a:r>
            <a:r>
              <a:rPr lang="en-US" altLang="zh-CN" dirty="0">
                <a:latin typeface="Garamond" panose="02020404030301010803" pitchFamily="18" charset="0"/>
              </a:rPr>
              <a:t>(Parallel Programming)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0227"/>
            <a:ext cx="10958944" cy="1372973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Simple </a:t>
            </a:r>
            <a:r>
              <a:rPr lang="en-US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Program</a:t>
            </a:r>
            <a:r>
              <a:rPr lang="en-US" altLang="zh-CN" dirty="0">
                <a:latin typeface="Garamond" panose="02020404030301010803" pitchFamily="18" charset="0"/>
              </a:rPr>
              <a:t> Multiple Data (S</a:t>
            </a:r>
            <a:r>
              <a:rPr lang="en-US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P</a:t>
            </a:r>
            <a:r>
              <a:rPr lang="en-US" altLang="zh-CN" dirty="0">
                <a:latin typeface="Garamond" panose="02020404030301010803" pitchFamily="18" charset="0"/>
              </a:rPr>
              <a:t>MD)</a:t>
            </a:r>
            <a:endParaRPr lang="en-US" altLang="zh-CN" dirty="0"/>
          </a:p>
          <a:p>
            <a:pPr marL="0" indent="0" fontAlgn="auto">
              <a:lnSpc>
                <a:spcPct val="130000"/>
              </a:lnSpc>
              <a:buNone/>
            </a:pPr>
            <a:r>
              <a:rPr lang="zh-CN" altLang="en-US" dirty="0"/>
              <a:t>单程序处理多数据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6B79496E-6803-4BAF-9243-33F12A145DC6}"/>
              </a:ext>
            </a:extLst>
          </p:cNvPr>
          <p:cNvSpPr txBox="1">
            <a:spLocks/>
          </p:cNvSpPr>
          <p:nvPr/>
        </p:nvSpPr>
        <p:spPr>
          <a:xfrm>
            <a:off x="838199" y="2557100"/>
            <a:ext cx="10958945" cy="17747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ISPC (Intel SPMD Program Compiler)</a:t>
            </a:r>
            <a:endParaRPr lang="en-US" altLang="zh-CN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英特尔</a:t>
            </a:r>
            <a:r>
              <a:rPr lang="en-US" altLang="zh-CN" dirty="0">
                <a:latin typeface="Garamond" panose="02020404030301010803" pitchFamily="18" charset="0"/>
              </a:rPr>
              <a:t>SPMD</a:t>
            </a:r>
            <a:r>
              <a:rPr lang="zh-CN" altLang="en-US" dirty="0"/>
              <a:t>编译器：程序中通过指定逻辑进行</a:t>
            </a:r>
            <a:r>
              <a:rPr lang="zh-CN" altLang="en-US" dirty="0">
                <a:solidFill>
                  <a:srgbClr val="A40A57"/>
                </a:solidFill>
              </a:rPr>
              <a:t>显示</a:t>
            </a:r>
            <a:r>
              <a:rPr lang="zh-CN" altLang="en-US" dirty="0"/>
              <a:t>并行化，使得底层能够调用</a:t>
            </a:r>
            <a:r>
              <a:rPr lang="en-US" altLang="zh-CN" dirty="0">
                <a:latin typeface="Garamond" panose="02020404030301010803" pitchFamily="18" charset="0"/>
              </a:rPr>
              <a:t>SIMD</a:t>
            </a:r>
            <a:r>
              <a:rPr lang="zh-CN" altLang="en-US" dirty="0"/>
              <a:t>进行加速</a:t>
            </a:r>
            <a:endParaRPr lang="en-US" altLang="zh-CN" dirty="0"/>
          </a:p>
        </p:txBody>
      </p:sp>
      <p:sp>
        <p:nvSpPr>
          <p:cNvPr id="64" name="内容占位符 2">
            <a:extLst>
              <a:ext uri="{FF2B5EF4-FFF2-40B4-BE49-F238E27FC236}">
                <a16:creationId xmlns:a16="http://schemas.microsoft.com/office/drawing/2014/main" id="{8F3B7529-0FF7-4C5F-9A8C-AB57A6F31B91}"/>
              </a:ext>
            </a:extLst>
          </p:cNvPr>
          <p:cNvSpPr txBox="1">
            <a:spLocks/>
          </p:cNvSpPr>
          <p:nvPr/>
        </p:nvSpPr>
        <p:spPr>
          <a:xfrm>
            <a:off x="838199" y="4352667"/>
            <a:ext cx="4195619" cy="20036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 err="1">
                <a:latin typeface="Garamond" panose="02020404030301010803" pitchFamily="18" charset="0"/>
              </a:rPr>
              <a:t>ProgramIndex</a:t>
            </a:r>
            <a:r>
              <a:rPr lang="zh-CN" altLang="en-US" sz="2400" dirty="0">
                <a:latin typeface="Garamond" panose="02020404030301010803" pitchFamily="18" charset="0"/>
              </a:rPr>
              <a:t>：逻辑程序索引</a:t>
            </a:r>
            <a:endParaRPr lang="en-US" altLang="zh-CN" sz="2400" dirty="0">
              <a:latin typeface="Garamond" panose="02020404030301010803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 err="1">
                <a:latin typeface="Garamond" panose="02020404030301010803" pitchFamily="18" charset="0"/>
              </a:rPr>
              <a:t>ProgramCount</a:t>
            </a:r>
            <a:r>
              <a:rPr lang="zh-CN" altLang="en-US" sz="2400" dirty="0">
                <a:latin typeface="Garamond" panose="02020404030301010803" pitchFamily="18" charset="0"/>
              </a:rPr>
              <a:t>：逻辑程序数</a:t>
            </a:r>
            <a:endParaRPr lang="en-US" altLang="zh-CN" sz="2400" dirty="0">
              <a:latin typeface="Garamond" panose="02020404030301010803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Garamond" panose="02020404030301010803" pitchFamily="18" charset="0"/>
              </a:rPr>
              <a:t>uniform</a:t>
            </a:r>
            <a:r>
              <a:rPr lang="zh-CN" altLang="en-US" sz="2400" dirty="0">
                <a:latin typeface="Garamond" panose="02020404030301010803" pitchFamily="18" charset="0"/>
              </a:rPr>
              <a:t>：全局变量限定符</a:t>
            </a:r>
            <a:endParaRPr lang="en-US" altLang="zh-CN" sz="2400" dirty="0">
              <a:latin typeface="Garamond" panose="02020404030301010803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Garamond" panose="02020404030301010803" pitchFamily="18" charset="0"/>
              </a:rPr>
              <a:t>varying</a:t>
            </a:r>
            <a:r>
              <a:rPr lang="zh-CN" altLang="en-US" sz="2400" dirty="0">
                <a:latin typeface="Garamond" panose="02020404030301010803" pitchFamily="18" charset="0"/>
              </a:rPr>
              <a:t>：本地变量限定符</a:t>
            </a:r>
            <a:endParaRPr lang="en-US" altLang="zh-CN" sz="2400" dirty="0">
              <a:latin typeface="Garamond" panose="02020404030301010803" pitchFamily="18" charset="0"/>
            </a:endParaRP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77182748-D20A-4F99-BC65-6A28B9720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782" y="4022336"/>
            <a:ext cx="36576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42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  <p:bldP spid="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并行编程</a:t>
            </a:r>
            <a:r>
              <a:rPr lang="en-US" altLang="zh-CN" dirty="0">
                <a:latin typeface="Garamond" panose="02020404030301010803" pitchFamily="18" charset="0"/>
              </a:rPr>
              <a:t>(Parallel Programming)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2B21C0-2424-4AB3-A7AF-BE1BE5BA4994}"/>
              </a:ext>
            </a:extLst>
          </p:cNvPr>
          <p:cNvSpPr txBox="1"/>
          <p:nvPr/>
        </p:nvSpPr>
        <p:spPr>
          <a:xfrm>
            <a:off x="498763" y="2749710"/>
            <a:ext cx="5732317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n-NO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nn-NO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sinx(</a:t>
            </a:r>
            <a:r>
              <a:rPr lang="nn-NO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nn-NO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* x, </a:t>
            </a:r>
            <a:r>
              <a:rPr lang="nn-NO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nn-NO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* y, </a:t>
            </a:r>
            <a:r>
              <a:rPr lang="nn-NO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n-NO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N) {</a:t>
            </a:r>
          </a:p>
          <a:p>
            <a:r>
              <a:rPr lang="nn-NO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n-NO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nn-NO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nn-NO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n-NO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N; i++) {</a:t>
            </a:r>
          </a:p>
          <a:p>
            <a:r>
              <a:rPr lang="nn-NO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y[i] = </a:t>
            </a:r>
            <a:r>
              <a:rPr lang="nn-NO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sin</a:t>
            </a:r>
            <a:r>
              <a:rPr lang="nn-NO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(x[i]);</a:t>
            </a:r>
          </a:p>
          <a:p>
            <a:r>
              <a:rPr lang="nn-NO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nn-NO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A7E49F3-4C0F-4A61-A2F8-F53C0493A3CE}"/>
              </a:ext>
            </a:extLst>
          </p:cNvPr>
          <p:cNvSpPr txBox="1"/>
          <p:nvPr/>
        </p:nvSpPr>
        <p:spPr>
          <a:xfrm>
            <a:off x="7092669" y="2730387"/>
            <a:ext cx="4735946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void</a:t>
            </a:r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ispc_sinx(</a:t>
            </a:r>
            <a:endParaRPr lang="en-US" altLang="zh-CN" dirty="0">
              <a:latin typeface="Courier New" panose="02070309020205020404" pitchFamily="49" charset="0"/>
              <a:ea typeface="monofur" panose="020F0409020203020204" pitchFamily="49" charset="-122"/>
              <a:cs typeface="Courier New" panose="02070309020205020404" pitchFamily="49" charset="0"/>
            </a:endParaRPr>
          </a:p>
          <a:p>
            <a:r>
              <a:rPr lang="en-US" altLang="zh-CN" dirty="0">
                <a:solidFill>
                  <a:srgbClr val="A40A57"/>
                </a:solidFill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   </a:t>
            </a:r>
            <a:r>
              <a:rPr lang="zh-CN" altLang="en-US" dirty="0">
                <a:solidFill>
                  <a:srgbClr val="A40A57"/>
                </a:solidFill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uniform</a:t>
            </a:r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float</a:t>
            </a:r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* angle,</a:t>
            </a:r>
            <a:endParaRPr lang="en-US" altLang="zh-CN" dirty="0">
              <a:latin typeface="Courier New" panose="02070309020205020404" pitchFamily="49" charset="0"/>
              <a:ea typeface="monofur" panose="020F0409020203020204" pitchFamily="49" charset="-122"/>
              <a:cs typeface="Courier New" panose="02070309020205020404" pitchFamily="49" charset="0"/>
            </a:endParaRPr>
          </a:p>
          <a:p>
            <a:r>
              <a:rPr lang="en-US" altLang="zh-CN" dirty="0">
                <a:solidFill>
                  <a:srgbClr val="A40A57"/>
                </a:solidFill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   </a:t>
            </a:r>
            <a:r>
              <a:rPr lang="zh-CN" altLang="en-US" dirty="0">
                <a:solidFill>
                  <a:srgbClr val="A40A57"/>
                </a:solidFill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uniform</a:t>
            </a:r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float</a:t>
            </a:r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* results,</a:t>
            </a:r>
            <a:endParaRPr lang="en-US" altLang="zh-CN" dirty="0">
              <a:latin typeface="Courier New" panose="02070309020205020404" pitchFamily="49" charset="0"/>
              <a:ea typeface="monofur" panose="020F0409020203020204" pitchFamily="49" charset="-122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   </a:t>
            </a:r>
            <a:r>
              <a:rPr lang="zh-CN" altLang="en-US" dirty="0">
                <a:solidFill>
                  <a:srgbClr val="A40A57"/>
                </a:solidFill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uniform</a:t>
            </a:r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int</a:t>
            </a:r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N</a:t>
            </a:r>
            <a:endParaRPr lang="en-US" altLang="zh-CN" dirty="0">
              <a:latin typeface="Courier New" panose="02070309020205020404" pitchFamily="49" charset="0"/>
              <a:ea typeface="monofur" panose="020F0409020203020204" pitchFamily="49" charset="-122"/>
              <a:cs typeface="Courier New" panose="02070309020205020404" pitchFamily="49" charset="0"/>
            </a:endParaRPr>
          </a:p>
          <a:p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) {</a:t>
            </a:r>
          </a:p>
          <a:p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 for (</a:t>
            </a:r>
            <a:r>
              <a:rPr lang="zh-CN" altLang="en-US" dirty="0">
                <a:solidFill>
                  <a:srgbClr val="A40A57"/>
                </a:solidFill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uniform</a:t>
            </a:r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int</a:t>
            </a:r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i=0; i &lt; N; i+=</a:t>
            </a:r>
            <a:r>
              <a:rPr lang="zh-CN" altLang="en-US" dirty="0">
                <a:solidFill>
                  <a:srgbClr val="A40A57"/>
                </a:solidFill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ProgramCount</a:t>
            </a:r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) {</a:t>
            </a:r>
          </a:p>
          <a:p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   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int</a:t>
            </a:r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idx = i + </a:t>
            </a:r>
            <a:r>
              <a:rPr lang="zh-CN" altLang="en-US" dirty="0">
                <a:solidFill>
                  <a:srgbClr val="A40A57"/>
                </a:solidFill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ProgramIndex</a:t>
            </a:r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;</a:t>
            </a:r>
          </a:p>
          <a:p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   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float</a:t>
            </a:r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value = angle[idx];</a:t>
            </a:r>
          </a:p>
          <a:p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   results[idx] = sin(value);</a:t>
            </a:r>
          </a:p>
          <a:p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  }</a:t>
            </a:r>
          </a:p>
          <a:p>
            <a:r>
              <a:rPr lang="zh-CN" altLang="en-US" dirty="0">
                <a:latin typeface="Courier New" panose="02070309020205020404" pitchFamily="49" charset="0"/>
                <a:ea typeface="monofur" panose="020F0409020203020204" pitchFamily="49" charset="-122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F757090-59C0-4E1B-BA61-BB79676CA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655" y="1384743"/>
            <a:ext cx="9888940" cy="693439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计算</a:t>
            </a:r>
            <a:r>
              <a:rPr lang="en-US" altLang="zh-CN" dirty="0">
                <a:latin typeface="Garamond" panose="02020404030301010803" pitchFamily="18" charset="0"/>
              </a:rPr>
              <a:t>100</a:t>
            </a:r>
            <a:r>
              <a:rPr lang="zh-CN" altLang="en-US" dirty="0">
                <a:latin typeface="Garamond" panose="02020404030301010803" pitchFamily="18" charset="0"/>
              </a:rPr>
              <a:t>万个浮点数的</a:t>
            </a:r>
            <a:r>
              <a:rPr lang="en-US" altLang="zh-CN" dirty="0">
                <a:latin typeface="Garamond" panose="02020404030301010803" pitchFamily="18" charset="0"/>
              </a:rPr>
              <a:t>sin</a:t>
            </a:r>
            <a:r>
              <a:rPr lang="zh-CN" altLang="en-US" dirty="0">
                <a:latin typeface="Garamond" panose="02020404030301010803" pitchFamily="18" charset="0"/>
              </a:rPr>
              <a:t>值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88559A6A-82FB-4E2E-8914-F59CF9C94F89}"/>
              </a:ext>
            </a:extLst>
          </p:cNvPr>
          <p:cNvSpPr txBox="1">
            <a:spLocks/>
          </p:cNvSpPr>
          <p:nvPr/>
        </p:nvSpPr>
        <p:spPr>
          <a:xfrm>
            <a:off x="2511005" y="2078182"/>
            <a:ext cx="1707831" cy="69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altLang="zh-CN" dirty="0">
                <a:latin typeface="Garamond" panose="02020404030301010803" pitchFamily="18" charset="0"/>
              </a:rPr>
              <a:t>C</a:t>
            </a:r>
            <a:r>
              <a:rPr lang="zh-CN" altLang="en-US" dirty="0">
                <a:latin typeface="Garamond" panose="02020404030301010803" pitchFamily="18" charset="0"/>
              </a:rPr>
              <a:t>语言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29F4298E-7991-4573-ADCD-725302F44F37}"/>
              </a:ext>
            </a:extLst>
          </p:cNvPr>
          <p:cNvSpPr txBox="1">
            <a:spLocks/>
          </p:cNvSpPr>
          <p:nvPr/>
        </p:nvSpPr>
        <p:spPr>
          <a:xfrm>
            <a:off x="8606726" y="2078182"/>
            <a:ext cx="1707831" cy="69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altLang="zh-CN" dirty="0">
                <a:latin typeface="Garamond" panose="02020404030301010803" pitchFamily="18" charset="0"/>
              </a:rPr>
              <a:t>ISPC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E0FB141-BB14-4F04-97FC-00FA8141B5F2}"/>
              </a:ext>
            </a:extLst>
          </p:cNvPr>
          <p:cNvSpPr/>
          <p:nvPr/>
        </p:nvSpPr>
        <p:spPr>
          <a:xfrm>
            <a:off x="840508" y="5731588"/>
            <a:ext cx="5732318" cy="8656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E91A4AE-4CBD-44F0-AF8C-F9EBA6192BE4}"/>
              </a:ext>
            </a:extLst>
          </p:cNvPr>
          <p:cNvSpPr/>
          <p:nvPr/>
        </p:nvSpPr>
        <p:spPr>
          <a:xfrm>
            <a:off x="985980" y="5905780"/>
            <a:ext cx="1246910" cy="526183"/>
          </a:xfrm>
          <a:prstGeom prst="roundRect">
            <a:avLst/>
          </a:prstGeom>
          <a:solidFill>
            <a:srgbClr val="FFD80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Garamond" panose="02020404030301010803" pitchFamily="18" charset="0"/>
              </a:rPr>
              <a:t>ProgramIndex</a:t>
            </a:r>
            <a:r>
              <a:rPr lang="en-US" altLang="zh-CN" sz="1200" dirty="0">
                <a:solidFill>
                  <a:schemeClr val="tx1"/>
                </a:solidFill>
                <a:latin typeface="Garamond" panose="02020404030301010803" pitchFamily="18" charset="0"/>
              </a:rPr>
              <a:t> 0</a:t>
            </a:r>
            <a:endParaRPr lang="zh-CN" altLang="en-US" sz="1200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DB398C-8BFF-4D19-A621-EC9A6228A00B}"/>
              </a:ext>
            </a:extLst>
          </p:cNvPr>
          <p:cNvSpPr/>
          <p:nvPr/>
        </p:nvSpPr>
        <p:spPr>
          <a:xfrm>
            <a:off x="2388753" y="5901306"/>
            <a:ext cx="1246910" cy="526183"/>
          </a:xfrm>
          <a:prstGeom prst="roundRect">
            <a:avLst/>
          </a:prstGeom>
          <a:solidFill>
            <a:srgbClr val="FFD80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Garamond" panose="02020404030301010803" pitchFamily="18" charset="0"/>
              </a:rPr>
              <a:t>ProgramIndex</a:t>
            </a:r>
            <a:r>
              <a:rPr lang="en-US" altLang="zh-CN" sz="1200" dirty="0">
                <a:solidFill>
                  <a:schemeClr val="tx1"/>
                </a:solidFill>
                <a:latin typeface="Garamond" panose="02020404030301010803" pitchFamily="18" charset="0"/>
              </a:rPr>
              <a:t> 1</a:t>
            </a:r>
            <a:endParaRPr lang="zh-CN" altLang="en-US" sz="1200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5735E4A-A44D-4ED7-8DE3-603A898684E9}"/>
              </a:ext>
            </a:extLst>
          </p:cNvPr>
          <p:cNvSpPr/>
          <p:nvPr/>
        </p:nvSpPr>
        <p:spPr>
          <a:xfrm>
            <a:off x="3791526" y="5916883"/>
            <a:ext cx="1246910" cy="526183"/>
          </a:xfrm>
          <a:prstGeom prst="roundRect">
            <a:avLst/>
          </a:prstGeom>
          <a:solidFill>
            <a:srgbClr val="FFD80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Garamond" panose="02020404030301010803" pitchFamily="18" charset="0"/>
              </a:rPr>
              <a:t>ProgramIndex</a:t>
            </a:r>
            <a:r>
              <a:rPr lang="en-US" altLang="zh-CN" sz="1200" dirty="0">
                <a:solidFill>
                  <a:schemeClr val="tx1"/>
                </a:solidFill>
                <a:latin typeface="Garamond" panose="02020404030301010803" pitchFamily="18" charset="0"/>
              </a:rPr>
              <a:t> 2</a:t>
            </a:r>
            <a:endParaRPr lang="zh-CN" altLang="en-US" sz="1200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42B4896-E6F2-4EA3-9A4E-4FC9A0D46DFD}"/>
              </a:ext>
            </a:extLst>
          </p:cNvPr>
          <p:cNvSpPr/>
          <p:nvPr/>
        </p:nvSpPr>
        <p:spPr>
          <a:xfrm>
            <a:off x="5194299" y="5925686"/>
            <a:ext cx="1246910" cy="526183"/>
          </a:xfrm>
          <a:prstGeom prst="roundRect">
            <a:avLst/>
          </a:prstGeom>
          <a:solidFill>
            <a:srgbClr val="FFD80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Garamond" panose="02020404030301010803" pitchFamily="18" charset="0"/>
              </a:rPr>
              <a:t>ProgramIndex</a:t>
            </a:r>
            <a:r>
              <a:rPr lang="en-US" altLang="zh-CN" sz="1200" dirty="0">
                <a:solidFill>
                  <a:schemeClr val="tx1"/>
                </a:solidFill>
                <a:latin typeface="Garamond" panose="02020404030301010803" pitchFamily="18" charset="0"/>
              </a:rPr>
              <a:t> 3</a:t>
            </a:r>
            <a:endParaRPr lang="zh-CN" altLang="en-US" sz="1200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A807FB9-70D2-441E-81FA-7E8085CB235C}"/>
              </a:ext>
            </a:extLst>
          </p:cNvPr>
          <p:cNvSpPr/>
          <p:nvPr/>
        </p:nvSpPr>
        <p:spPr>
          <a:xfrm>
            <a:off x="840508" y="4673095"/>
            <a:ext cx="369455" cy="3694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81EC6AC-963E-46F2-994C-DA95276ED71B}"/>
              </a:ext>
            </a:extLst>
          </p:cNvPr>
          <p:cNvSpPr/>
          <p:nvPr/>
        </p:nvSpPr>
        <p:spPr>
          <a:xfrm>
            <a:off x="1327619" y="4673095"/>
            <a:ext cx="369455" cy="369455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4AE0A60-1581-42EE-A12B-61A821444D0B}"/>
              </a:ext>
            </a:extLst>
          </p:cNvPr>
          <p:cNvSpPr/>
          <p:nvPr/>
        </p:nvSpPr>
        <p:spPr>
          <a:xfrm>
            <a:off x="1814730" y="4673095"/>
            <a:ext cx="369455" cy="369455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D2D6D4F-4EDE-4EDB-8EA3-1C46BEC57FFC}"/>
              </a:ext>
            </a:extLst>
          </p:cNvPr>
          <p:cNvSpPr/>
          <p:nvPr/>
        </p:nvSpPr>
        <p:spPr>
          <a:xfrm>
            <a:off x="2301841" y="4673095"/>
            <a:ext cx="369455" cy="369455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47299C9-84DF-49EE-BFE7-8028D15CD953}"/>
              </a:ext>
            </a:extLst>
          </p:cNvPr>
          <p:cNvSpPr/>
          <p:nvPr/>
        </p:nvSpPr>
        <p:spPr>
          <a:xfrm>
            <a:off x="2788952" y="4673095"/>
            <a:ext cx="369455" cy="3694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C0F46B2-16E7-4872-8D18-FA59C18CE9CB}"/>
              </a:ext>
            </a:extLst>
          </p:cNvPr>
          <p:cNvSpPr/>
          <p:nvPr/>
        </p:nvSpPr>
        <p:spPr>
          <a:xfrm>
            <a:off x="3276063" y="4673095"/>
            <a:ext cx="369455" cy="369455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956D8D2-DE66-4170-B4B2-D989745939E0}"/>
              </a:ext>
            </a:extLst>
          </p:cNvPr>
          <p:cNvSpPr/>
          <p:nvPr/>
        </p:nvSpPr>
        <p:spPr>
          <a:xfrm>
            <a:off x="3763174" y="4673095"/>
            <a:ext cx="369455" cy="369455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37E203A-04C1-46BD-9FC2-41FA51129F2B}"/>
              </a:ext>
            </a:extLst>
          </p:cNvPr>
          <p:cNvSpPr/>
          <p:nvPr/>
        </p:nvSpPr>
        <p:spPr>
          <a:xfrm>
            <a:off x="4250285" y="4673095"/>
            <a:ext cx="369455" cy="369455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8BB0849-B608-4548-90EB-8EB97A9D40E4}"/>
              </a:ext>
            </a:extLst>
          </p:cNvPr>
          <p:cNvSpPr/>
          <p:nvPr/>
        </p:nvSpPr>
        <p:spPr>
          <a:xfrm>
            <a:off x="4737396" y="4673095"/>
            <a:ext cx="369455" cy="3694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0577A89-3452-4B67-A00B-BBA34555F2B1}"/>
              </a:ext>
            </a:extLst>
          </p:cNvPr>
          <p:cNvSpPr/>
          <p:nvPr/>
        </p:nvSpPr>
        <p:spPr>
          <a:xfrm>
            <a:off x="5224507" y="4673095"/>
            <a:ext cx="369455" cy="369455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D2C37-C21D-48EC-A94B-654448120198}"/>
              </a:ext>
            </a:extLst>
          </p:cNvPr>
          <p:cNvSpPr/>
          <p:nvPr/>
        </p:nvSpPr>
        <p:spPr>
          <a:xfrm>
            <a:off x="5711618" y="4673095"/>
            <a:ext cx="369455" cy="369455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B2FF399-151F-425B-8EF4-3FD20200ECD2}"/>
              </a:ext>
            </a:extLst>
          </p:cNvPr>
          <p:cNvSpPr/>
          <p:nvPr/>
        </p:nvSpPr>
        <p:spPr>
          <a:xfrm>
            <a:off x="6198734" y="4673095"/>
            <a:ext cx="369455" cy="369455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AF7653A-4AC1-459E-B1AB-66CBFACD31B4}"/>
              </a:ext>
            </a:extLst>
          </p:cNvPr>
          <p:cNvSpPr txBox="1"/>
          <p:nvPr/>
        </p:nvSpPr>
        <p:spPr>
          <a:xfrm>
            <a:off x="857286" y="4298325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0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E08AFE4-28CE-476C-B971-F2DF2D0DD5BA}"/>
              </a:ext>
            </a:extLst>
          </p:cNvPr>
          <p:cNvSpPr txBox="1"/>
          <p:nvPr/>
        </p:nvSpPr>
        <p:spPr>
          <a:xfrm>
            <a:off x="17847" y="467321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results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2DB76DA-3ADA-491B-B164-04009F80B5A4}"/>
              </a:ext>
            </a:extLst>
          </p:cNvPr>
          <p:cNvSpPr txBox="1"/>
          <p:nvPr/>
        </p:nvSpPr>
        <p:spPr>
          <a:xfrm>
            <a:off x="1361343" y="4303763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1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0037C96-9747-4599-85BE-09B38359C957}"/>
              </a:ext>
            </a:extLst>
          </p:cNvPr>
          <p:cNvSpPr txBox="1"/>
          <p:nvPr/>
        </p:nvSpPr>
        <p:spPr>
          <a:xfrm>
            <a:off x="1846210" y="4297377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2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4F0859D-0AD5-42A7-A9CE-BAD7C9917150}"/>
              </a:ext>
            </a:extLst>
          </p:cNvPr>
          <p:cNvSpPr txBox="1"/>
          <p:nvPr/>
        </p:nvSpPr>
        <p:spPr>
          <a:xfrm>
            <a:off x="2331077" y="4303763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3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530F1A3-AA5A-4B5E-ABF3-DCFDBA66B1A2}"/>
              </a:ext>
            </a:extLst>
          </p:cNvPr>
          <p:cNvSpPr txBox="1"/>
          <p:nvPr/>
        </p:nvSpPr>
        <p:spPr>
          <a:xfrm>
            <a:off x="2820432" y="4298325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4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A26507D-B547-41A5-8C2A-04B88AFCB697}"/>
              </a:ext>
            </a:extLst>
          </p:cNvPr>
          <p:cNvSpPr txBox="1"/>
          <p:nvPr/>
        </p:nvSpPr>
        <p:spPr>
          <a:xfrm>
            <a:off x="3303708" y="4293407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5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D967647-C798-4270-9625-BF757C8F527F}"/>
              </a:ext>
            </a:extLst>
          </p:cNvPr>
          <p:cNvSpPr txBox="1"/>
          <p:nvPr/>
        </p:nvSpPr>
        <p:spPr>
          <a:xfrm>
            <a:off x="3787059" y="4298325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6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6896D4A-B294-4352-9BFF-1C68857265FD}"/>
              </a:ext>
            </a:extLst>
          </p:cNvPr>
          <p:cNvSpPr txBox="1"/>
          <p:nvPr/>
        </p:nvSpPr>
        <p:spPr>
          <a:xfrm>
            <a:off x="4262548" y="4293407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7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BD98D86-56E1-4E67-83B7-A708B1C1A561}"/>
              </a:ext>
            </a:extLst>
          </p:cNvPr>
          <p:cNvSpPr txBox="1"/>
          <p:nvPr/>
        </p:nvSpPr>
        <p:spPr>
          <a:xfrm>
            <a:off x="4768138" y="4303886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8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3757689-30A0-4980-AA94-3EBA4CC158F4}"/>
              </a:ext>
            </a:extLst>
          </p:cNvPr>
          <p:cNvSpPr txBox="1"/>
          <p:nvPr/>
        </p:nvSpPr>
        <p:spPr>
          <a:xfrm>
            <a:off x="5252035" y="4306257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9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AE95C21-2B85-4AEF-977D-D704BBD78FD9}"/>
              </a:ext>
            </a:extLst>
          </p:cNvPr>
          <p:cNvSpPr txBox="1"/>
          <p:nvPr/>
        </p:nvSpPr>
        <p:spPr>
          <a:xfrm>
            <a:off x="5682607" y="4303763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10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8952292-7A51-485E-9E0E-3A079DF43145}"/>
              </a:ext>
            </a:extLst>
          </p:cNvPr>
          <p:cNvSpPr txBox="1"/>
          <p:nvPr/>
        </p:nvSpPr>
        <p:spPr>
          <a:xfrm>
            <a:off x="6159785" y="4299146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11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797AA385-C8EF-4BEC-91A2-6C641146C202}"/>
              </a:ext>
            </a:extLst>
          </p:cNvPr>
          <p:cNvCxnSpPr>
            <a:stCxn id="19" idx="0"/>
            <a:endCxn id="23" idx="2"/>
          </p:cNvCxnSpPr>
          <p:nvPr/>
        </p:nvCxnSpPr>
        <p:spPr>
          <a:xfrm flipH="1" flipV="1">
            <a:off x="1025236" y="5042550"/>
            <a:ext cx="584199" cy="86323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7319673A-F403-4FBA-B625-4AFE1E046152}"/>
              </a:ext>
            </a:extLst>
          </p:cNvPr>
          <p:cNvCxnSpPr>
            <a:cxnSpLocks/>
            <a:stCxn id="19" idx="0"/>
            <a:endCxn id="27" idx="2"/>
          </p:cNvCxnSpPr>
          <p:nvPr/>
        </p:nvCxnSpPr>
        <p:spPr>
          <a:xfrm flipV="1">
            <a:off x="1609435" y="5042550"/>
            <a:ext cx="1364245" cy="86323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18C207D5-1B4A-4B2A-9B26-AAD3856263BE}"/>
              </a:ext>
            </a:extLst>
          </p:cNvPr>
          <p:cNvCxnSpPr>
            <a:cxnSpLocks/>
            <a:stCxn id="19" idx="0"/>
            <a:endCxn id="31" idx="2"/>
          </p:cNvCxnSpPr>
          <p:nvPr/>
        </p:nvCxnSpPr>
        <p:spPr>
          <a:xfrm flipV="1">
            <a:off x="1609435" y="5042550"/>
            <a:ext cx="3312689" cy="86323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027B59D8-C90F-4A8B-8DE5-99B4C352E371}"/>
              </a:ext>
            </a:extLst>
          </p:cNvPr>
          <p:cNvCxnSpPr>
            <a:cxnSpLocks/>
            <a:stCxn id="20" idx="0"/>
            <a:endCxn id="24" idx="2"/>
          </p:cNvCxnSpPr>
          <p:nvPr/>
        </p:nvCxnSpPr>
        <p:spPr>
          <a:xfrm flipH="1" flipV="1">
            <a:off x="1512347" y="5042550"/>
            <a:ext cx="1499861" cy="858756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7D02AEED-2953-4D4C-A2BF-9D48B3AE43F9}"/>
              </a:ext>
            </a:extLst>
          </p:cNvPr>
          <p:cNvCxnSpPr>
            <a:cxnSpLocks/>
            <a:stCxn id="20" idx="0"/>
            <a:endCxn id="28" idx="2"/>
          </p:cNvCxnSpPr>
          <p:nvPr/>
        </p:nvCxnSpPr>
        <p:spPr>
          <a:xfrm flipV="1">
            <a:off x="3012208" y="5042550"/>
            <a:ext cx="448583" cy="858756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91CBE44E-7DE3-4CC5-883C-DF0A1C0B43E4}"/>
              </a:ext>
            </a:extLst>
          </p:cNvPr>
          <p:cNvCxnSpPr>
            <a:cxnSpLocks/>
            <a:endCxn id="32" idx="2"/>
          </p:cNvCxnSpPr>
          <p:nvPr/>
        </p:nvCxnSpPr>
        <p:spPr>
          <a:xfrm flipV="1">
            <a:off x="3021230" y="5042550"/>
            <a:ext cx="2388005" cy="858756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25E5A069-E3FB-4E5C-BE3E-A0615457A813}"/>
              </a:ext>
            </a:extLst>
          </p:cNvPr>
          <p:cNvCxnSpPr>
            <a:cxnSpLocks/>
            <a:stCxn id="21" idx="0"/>
            <a:endCxn id="25" idx="2"/>
          </p:cNvCxnSpPr>
          <p:nvPr/>
        </p:nvCxnSpPr>
        <p:spPr>
          <a:xfrm flipH="1" flipV="1">
            <a:off x="1999458" y="5042550"/>
            <a:ext cx="2415523" cy="874333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D2AAFAB4-71B6-4437-835C-8A0A6B9013FD}"/>
              </a:ext>
            </a:extLst>
          </p:cNvPr>
          <p:cNvCxnSpPr>
            <a:cxnSpLocks/>
            <a:stCxn id="21" idx="0"/>
            <a:endCxn id="29" idx="2"/>
          </p:cNvCxnSpPr>
          <p:nvPr/>
        </p:nvCxnSpPr>
        <p:spPr>
          <a:xfrm flipH="1" flipV="1">
            <a:off x="3947902" y="5042550"/>
            <a:ext cx="467079" cy="874333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A3E5484C-A749-4637-B110-BAF400DAEB4F}"/>
              </a:ext>
            </a:extLst>
          </p:cNvPr>
          <p:cNvCxnSpPr>
            <a:cxnSpLocks/>
            <a:stCxn id="21" idx="0"/>
            <a:endCxn id="33" idx="2"/>
          </p:cNvCxnSpPr>
          <p:nvPr/>
        </p:nvCxnSpPr>
        <p:spPr>
          <a:xfrm flipV="1">
            <a:off x="4414981" y="5042550"/>
            <a:ext cx="1481365" cy="874333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96F68926-F553-4F9B-950A-B5B950C81FF7}"/>
              </a:ext>
            </a:extLst>
          </p:cNvPr>
          <p:cNvCxnSpPr>
            <a:cxnSpLocks/>
            <a:stCxn id="22" idx="0"/>
            <a:endCxn id="26" idx="2"/>
          </p:cNvCxnSpPr>
          <p:nvPr/>
        </p:nvCxnSpPr>
        <p:spPr>
          <a:xfrm flipH="1" flipV="1">
            <a:off x="2486569" y="5042550"/>
            <a:ext cx="3331185" cy="883136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14C1DA27-1B9B-4DFE-930A-CBD3953AE97B}"/>
              </a:ext>
            </a:extLst>
          </p:cNvPr>
          <p:cNvCxnSpPr>
            <a:cxnSpLocks/>
            <a:stCxn id="22" idx="0"/>
            <a:endCxn id="30" idx="2"/>
          </p:cNvCxnSpPr>
          <p:nvPr/>
        </p:nvCxnSpPr>
        <p:spPr>
          <a:xfrm flipH="1" flipV="1">
            <a:off x="4435013" y="5042550"/>
            <a:ext cx="1382741" cy="883136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818DECE0-7CD2-48F8-8F9D-0DC897044785}"/>
              </a:ext>
            </a:extLst>
          </p:cNvPr>
          <p:cNvCxnSpPr>
            <a:cxnSpLocks/>
            <a:endCxn id="34" idx="2"/>
          </p:cNvCxnSpPr>
          <p:nvPr/>
        </p:nvCxnSpPr>
        <p:spPr>
          <a:xfrm flipV="1">
            <a:off x="5806412" y="5042550"/>
            <a:ext cx="577050" cy="874334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82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build="p"/>
      <p:bldP spid="16" grpId="0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6D18DE29-5D70-4B29-9823-0D9C005093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07" r="10845"/>
          <a:stretch/>
        </p:blipFill>
        <p:spPr>
          <a:xfrm>
            <a:off x="6444094" y="1419953"/>
            <a:ext cx="5353051" cy="51551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并行编程</a:t>
            </a:r>
            <a:r>
              <a:rPr lang="en-US" altLang="zh-CN" dirty="0">
                <a:latin typeface="Garamond" panose="02020404030301010803" pitchFamily="18" charset="0"/>
              </a:rPr>
              <a:t>(Parallel Programming)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0227"/>
            <a:ext cx="6421582" cy="698718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/>
              <a:t>阿姆达尔定理</a:t>
            </a:r>
            <a:r>
              <a:rPr lang="zh-CN" altLang="en-US" dirty="0">
                <a:latin typeface="Garamond" panose="02020404030301010803" pitchFamily="18" charset="0"/>
              </a:rPr>
              <a:t>（</a:t>
            </a:r>
            <a:r>
              <a:rPr lang="en-US" altLang="zh-CN" dirty="0">
                <a:latin typeface="Garamond" panose="02020404030301010803" pitchFamily="18" charset="0"/>
              </a:rPr>
              <a:t>Amdahl’s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</a:rPr>
              <a:t>Law</a:t>
            </a:r>
            <a:r>
              <a:rPr lang="zh-CN" altLang="en-US" dirty="0">
                <a:latin typeface="Garamond" panose="02020404030301010803" pitchFamily="18" charset="0"/>
              </a:rPr>
              <a:t>）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52E07D2-27F8-47D1-B002-F22EFEAD1A1F}"/>
                  </a:ext>
                </a:extLst>
              </p:cNvPr>
              <p:cNvSpPr txBox="1"/>
              <p:nvPr/>
            </p:nvSpPr>
            <p:spPr>
              <a:xfrm>
                <a:off x="2489200" y="2319779"/>
                <a:ext cx="2636982" cy="9870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52E07D2-27F8-47D1-B002-F22EFEAD1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200" y="2319779"/>
                <a:ext cx="2636982" cy="9870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470EC50D-AD03-4B82-8B31-FE9C6F8734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1" y="3740978"/>
                <a:ext cx="6153727" cy="69871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60680" indent="-36068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  <a:defRPr sz="2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：并行计算加速比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470EC50D-AD03-4B82-8B31-FE9C6F873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3740978"/>
                <a:ext cx="6153727" cy="698718"/>
              </a:xfrm>
              <a:prstGeom prst="rect">
                <a:avLst/>
              </a:prstGeom>
              <a:blipFill>
                <a:blip r:embed="rId5"/>
                <a:stretch>
                  <a:fillRect b="-96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2">
                <a:extLst>
                  <a:ext uri="{FF2B5EF4-FFF2-40B4-BE49-F238E27FC236}">
                    <a16:creationId xmlns:a16="http://schemas.microsoft.com/office/drawing/2014/main" id="{69D3AE43-C44D-4AF6-ABE4-25358D9A20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1" y="4439696"/>
                <a:ext cx="6153727" cy="69871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60680" indent="-36068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  <a:defRPr sz="2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dirty="0"/>
                  <a:t>：程序中可并行化的比例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9" name="内容占位符 2">
                <a:extLst>
                  <a:ext uri="{FF2B5EF4-FFF2-40B4-BE49-F238E27FC236}">
                    <a16:creationId xmlns:a16="http://schemas.microsoft.com/office/drawing/2014/main" id="{69D3AE43-C44D-4AF6-ABE4-25358D9A2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4439696"/>
                <a:ext cx="6153727" cy="698718"/>
              </a:xfrm>
              <a:prstGeom prst="rect">
                <a:avLst/>
              </a:prstGeom>
              <a:blipFill>
                <a:blip r:embed="rId6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5E2E3CD8-237D-412E-A693-57BFBEBEF2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138414"/>
                <a:ext cx="6153727" cy="69871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60680" indent="-36068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  <a:defRPr sz="2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：计算单元数量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5E2E3CD8-237D-412E-A693-57BFBEBEF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138414"/>
                <a:ext cx="6153727" cy="698718"/>
              </a:xfrm>
              <a:prstGeom prst="rect">
                <a:avLst/>
              </a:prstGeom>
              <a:blipFill>
                <a:blip r:embed="rId7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内容占位符 2">
                <a:extLst>
                  <a:ext uri="{FF2B5EF4-FFF2-40B4-BE49-F238E27FC236}">
                    <a16:creationId xmlns:a16="http://schemas.microsoft.com/office/drawing/2014/main" id="{A4E16189-BB5A-4E3E-9A9E-70FCB5CEF8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6012873"/>
                <a:ext cx="6670965" cy="536582"/>
              </a:xfrm>
              <a:prstGeom prst="rect">
                <a:avLst/>
              </a:prstGeom>
              <a:solidFill>
                <a:srgbClr val="FFD700"/>
              </a:solidFill>
              <a:ln>
                <a:solidFill>
                  <a:srgbClr val="002060"/>
                </a:solidFill>
                <a:prstDash val="dash"/>
              </a:ln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marL="360680" indent="-36068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  <a:defRPr sz="2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30000"/>
                  </a:lnSpc>
                  <a:buNone/>
                </a:pPr>
                <a14:m>
                  <m:oMath xmlns:m="http://schemas.openxmlformats.org/officeDocument/2006/math">
                    <m:r>
                      <a:rPr lang="zh-CN" alt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尽可能</m:t>
                    </m:r>
                  </m:oMath>
                </a14:m>
                <a:r>
                  <a:rPr lang="zh-CN" altLang="en-US" sz="2000" dirty="0">
                    <a:solidFill>
                      <a:srgbClr val="002060"/>
                    </a:solidFill>
                  </a:rPr>
                  <a:t>降低程序中的串行操作，例如，全局操作、依赖操作</a:t>
                </a:r>
                <a:endParaRPr lang="en-US" altLang="zh-CN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内容占位符 2">
                <a:extLst>
                  <a:ext uri="{FF2B5EF4-FFF2-40B4-BE49-F238E27FC236}">
                    <a16:creationId xmlns:a16="http://schemas.microsoft.com/office/drawing/2014/main" id="{A4E16189-BB5A-4E3E-9A9E-70FCB5CEF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6012873"/>
                <a:ext cx="6670965" cy="536582"/>
              </a:xfrm>
              <a:prstGeom prst="rect">
                <a:avLst/>
              </a:prstGeom>
              <a:blipFill>
                <a:blip r:embed="rId8"/>
                <a:stretch>
                  <a:fillRect l="-365" b="-8889"/>
                </a:stretch>
              </a:blipFill>
              <a:ln>
                <a:solidFill>
                  <a:srgbClr val="002060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056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8" grpId="0"/>
      <p:bldP spid="9" grpId="0"/>
      <p:bldP spid="10" grpId="0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并行编程</a:t>
            </a:r>
            <a:r>
              <a:rPr lang="en-US" altLang="zh-CN" dirty="0">
                <a:latin typeface="Garamond" panose="02020404030301010803" pitchFamily="18" charset="0"/>
              </a:rPr>
              <a:t>(Parallel Programming)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0227"/>
            <a:ext cx="6421582" cy="698718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/>
              <a:t>并行化方法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10</a:t>
            </a:fld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470EC50D-AD03-4B82-8B31-FE9C6F8734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2402845"/>
                <a:ext cx="6809509" cy="69871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60680" indent="-36068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  <a:defRPr sz="2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任务</m:t>
                    </m:r>
                  </m:oMath>
                </a14:m>
                <a:r>
                  <a:rPr lang="zh-CN" altLang="en-US" sz="2400" dirty="0"/>
                  <a:t>分解：将大任务分解为小任务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470EC50D-AD03-4B82-8B31-FE9C6F873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402845"/>
                <a:ext cx="6809509" cy="698718"/>
              </a:xfrm>
              <a:prstGeom prst="rect">
                <a:avLst/>
              </a:prstGeom>
              <a:blipFill>
                <a:blip r:embed="rId3"/>
                <a:stretch>
                  <a:fillRect l="-1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2">
                <a:extLst>
                  <a:ext uri="{FF2B5EF4-FFF2-40B4-BE49-F238E27FC236}">
                    <a16:creationId xmlns:a16="http://schemas.microsoft.com/office/drawing/2014/main" id="{69D3AE43-C44D-4AF6-ABE4-25358D9A20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3101563"/>
                <a:ext cx="7437582" cy="69871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60680" indent="-36068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  <a:defRPr sz="2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任务</m:t>
                    </m:r>
                  </m:oMath>
                </a14:m>
                <a:r>
                  <a:rPr lang="zh-CN" altLang="en-US" sz="2400" dirty="0"/>
                  <a:t>分配：将小任务分配给逻辑计算单元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9" name="内容占位符 2">
                <a:extLst>
                  <a:ext uri="{FF2B5EF4-FFF2-40B4-BE49-F238E27FC236}">
                    <a16:creationId xmlns:a16="http://schemas.microsoft.com/office/drawing/2014/main" id="{69D3AE43-C44D-4AF6-ABE4-25358D9A2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101563"/>
                <a:ext cx="7437582" cy="698718"/>
              </a:xfrm>
              <a:prstGeom prst="rect">
                <a:avLst/>
              </a:prstGeom>
              <a:blipFill>
                <a:blip r:embed="rId4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5E2E3CD8-237D-412E-A693-57BFBEBEF226}"/>
              </a:ext>
            </a:extLst>
          </p:cNvPr>
          <p:cNvSpPr txBox="1">
            <a:spLocks/>
          </p:cNvSpPr>
          <p:nvPr/>
        </p:nvSpPr>
        <p:spPr>
          <a:xfrm>
            <a:off x="838198" y="3800281"/>
            <a:ext cx="6809509" cy="698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/>
              <a:t>任务编排：确定任务的依赖关系（通信）</a:t>
            </a:r>
            <a:endParaRPr lang="en-US" altLang="zh-CN" sz="2400" dirty="0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D8B69008-4082-4F5B-B633-1F7A1E49EC83}"/>
              </a:ext>
            </a:extLst>
          </p:cNvPr>
          <p:cNvSpPr txBox="1">
            <a:spLocks/>
          </p:cNvSpPr>
          <p:nvPr/>
        </p:nvSpPr>
        <p:spPr>
          <a:xfrm>
            <a:off x="838199" y="4498999"/>
            <a:ext cx="7234382" cy="698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/>
              <a:t>映射：分发给实际的硬件计算单元执行</a:t>
            </a:r>
            <a:endParaRPr lang="en-US" altLang="zh-CN" sz="24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6072C35-CF0E-4811-9DE2-9409FA4FAE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3702" y="1369323"/>
            <a:ext cx="5089236" cy="547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4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4.4 </a:t>
            </a:r>
            <a:r>
              <a:rPr kumimoji="1" lang="zh-CN" altLang="en-US" dirty="0">
                <a:latin typeface="Garamond" panose="02020404030301010803" pitchFamily="18" charset="0"/>
              </a:rPr>
              <a:t>并行计算基础</a:t>
            </a:r>
            <a:endParaRPr kumimoji="1" lang="en-US" altLang="zh-CN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4.5 </a:t>
            </a:r>
            <a:r>
              <a:rPr kumimoji="1" lang="zh-CN" altLang="en-US" dirty="0">
                <a:latin typeface="Garamond" panose="02020404030301010803" pitchFamily="18" charset="0"/>
              </a:rPr>
              <a:t>并行编程</a:t>
            </a:r>
            <a:endParaRPr kumimoji="1" lang="en-US" altLang="zh-CN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4.6 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并行计算案例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8629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</a:rPr>
              <a:t>案例一</a:t>
            </a:r>
            <a:r>
              <a:rPr lang="en-US" altLang="zh-CN" dirty="0">
                <a:latin typeface="Garamond" panose="02020404030301010803" pitchFamily="18" charset="0"/>
              </a:rPr>
              <a:t>——</a:t>
            </a:r>
            <a:r>
              <a:rPr lang="zh-CN" altLang="en-US" dirty="0">
                <a:latin typeface="Garamond" panose="02020404030301010803" pitchFamily="18" charset="0"/>
              </a:rPr>
              <a:t>求和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9888940" cy="678260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100</a:t>
            </a:r>
            <a:r>
              <a:rPr lang="zh-CN" altLang="en-US" dirty="0">
                <a:latin typeface="Garamond" panose="02020404030301010803" pitchFamily="18" charset="0"/>
              </a:rPr>
              <a:t>万个浮点数，求和，如何采用并行计算加速？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12</a:t>
            </a:fld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68A306-6E2F-4421-88DC-4700682D4D9B}"/>
              </a:ext>
            </a:extLst>
          </p:cNvPr>
          <p:cNvSpPr/>
          <p:nvPr/>
        </p:nvSpPr>
        <p:spPr>
          <a:xfrm>
            <a:off x="857286" y="2568706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4B37EF-F5F8-48CA-A90B-4F993F12322A}"/>
              </a:ext>
            </a:extLst>
          </p:cNvPr>
          <p:cNvSpPr/>
          <p:nvPr/>
        </p:nvSpPr>
        <p:spPr>
          <a:xfrm>
            <a:off x="1344397" y="2568706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AEB6D3D-E442-46F5-9A9C-30C9410E7159}"/>
              </a:ext>
            </a:extLst>
          </p:cNvPr>
          <p:cNvSpPr/>
          <p:nvPr/>
        </p:nvSpPr>
        <p:spPr>
          <a:xfrm>
            <a:off x="1831508" y="2568706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37C674-CA31-416F-B311-788AE1EA0550}"/>
              </a:ext>
            </a:extLst>
          </p:cNvPr>
          <p:cNvSpPr/>
          <p:nvPr/>
        </p:nvSpPr>
        <p:spPr>
          <a:xfrm>
            <a:off x="2318619" y="2568706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E79A49-3772-430D-BE58-2CEC197D0625}"/>
              </a:ext>
            </a:extLst>
          </p:cNvPr>
          <p:cNvSpPr/>
          <p:nvPr/>
        </p:nvSpPr>
        <p:spPr>
          <a:xfrm>
            <a:off x="2805730" y="2568706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6B7CDB-8350-413D-BC3F-F7AECF410226}"/>
              </a:ext>
            </a:extLst>
          </p:cNvPr>
          <p:cNvSpPr/>
          <p:nvPr/>
        </p:nvSpPr>
        <p:spPr>
          <a:xfrm>
            <a:off x="3292841" y="2568706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DB18FA-E4E9-48A1-B2A3-5F56A84E6DE7}"/>
              </a:ext>
            </a:extLst>
          </p:cNvPr>
          <p:cNvSpPr/>
          <p:nvPr/>
        </p:nvSpPr>
        <p:spPr>
          <a:xfrm>
            <a:off x="3779952" y="2568706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242F18B-336C-43B1-BADE-F9C254B74DB7}"/>
              </a:ext>
            </a:extLst>
          </p:cNvPr>
          <p:cNvSpPr/>
          <p:nvPr/>
        </p:nvSpPr>
        <p:spPr>
          <a:xfrm>
            <a:off x="4267063" y="2568706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ECFFB64-4FEA-4780-A9AA-F6DC51AB86C9}"/>
              </a:ext>
            </a:extLst>
          </p:cNvPr>
          <p:cNvSpPr/>
          <p:nvPr/>
        </p:nvSpPr>
        <p:spPr>
          <a:xfrm>
            <a:off x="4754174" y="2568706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A552C1A-9B9F-4778-A5B2-3C96100A9518}"/>
              </a:ext>
            </a:extLst>
          </p:cNvPr>
          <p:cNvSpPr/>
          <p:nvPr/>
        </p:nvSpPr>
        <p:spPr>
          <a:xfrm>
            <a:off x="5241285" y="2568706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D767FB9-27D5-4E91-9453-603FD06A00A9}"/>
              </a:ext>
            </a:extLst>
          </p:cNvPr>
          <p:cNvSpPr/>
          <p:nvPr/>
        </p:nvSpPr>
        <p:spPr>
          <a:xfrm>
            <a:off x="5728396" y="2568706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38E871C-A2DF-4E8A-9707-31B3F7069D77}"/>
              </a:ext>
            </a:extLst>
          </p:cNvPr>
          <p:cNvSpPr txBox="1"/>
          <p:nvPr/>
        </p:nvSpPr>
        <p:spPr>
          <a:xfrm>
            <a:off x="874064" y="2193936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0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D637BC-3483-4043-B641-249458214BBD}"/>
              </a:ext>
            </a:extLst>
          </p:cNvPr>
          <p:cNvSpPr txBox="1"/>
          <p:nvPr/>
        </p:nvSpPr>
        <p:spPr>
          <a:xfrm>
            <a:off x="1378121" y="2199374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1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A8CF203-60DC-4ED3-BCC9-AE042309FE04}"/>
              </a:ext>
            </a:extLst>
          </p:cNvPr>
          <p:cNvSpPr txBox="1"/>
          <p:nvPr/>
        </p:nvSpPr>
        <p:spPr>
          <a:xfrm>
            <a:off x="1862988" y="219298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2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A7A364D-BD52-479E-91E1-124E5EA2C5CB}"/>
              </a:ext>
            </a:extLst>
          </p:cNvPr>
          <p:cNvSpPr txBox="1"/>
          <p:nvPr/>
        </p:nvSpPr>
        <p:spPr>
          <a:xfrm>
            <a:off x="2347855" y="2199374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3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0CCEFDB-7DA7-41D3-AF7B-9A5C1F194110}"/>
              </a:ext>
            </a:extLst>
          </p:cNvPr>
          <p:cNvSpPr txBox="1"/>
          <p:nvPr/>
        </p:nvSpPr>
        <p:spPr>
          <a:xfrm>
            <a:off x="2837210" y="2193936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4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2726BF2-6414-41CF-95B1-D1BC3ADCD9EC}"/>
              </a:ext>
            </a:extLst>
          </p:cNvPr>
          <p:cNvSpPr txBox="1"/>
          <p:nvPr/>
        </p:nvSpPr>
        <p:spPr>
          <a:xfrm>
            <a:off x="3320486" y="218901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5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B4605E5-7C36-46A0-A80E-8D557B7DE2EA}"/>
              </a:ext>
            </a:extLst>
          </p:cNvPr>
          <p:cNvSpPr txBox="1"/>
          <p:nvPr/>
        </p:nvSpPr>
        <p:spPr>
          <a:xfrm>
            <a:off x="3803837" y="2193936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6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A6F26A1-50FD-430C-86B3-655B5AAEBAA5}"/>
              </a:ext>
            </a:extLst>
          </p:cNvPr>
          <p:cNvSpPr txBox="1"/>
          <p:nvPr/>
        </p:nvSpPr>
        <p:spPr>
          <a:xfrm>
            <a:off x="4279326" y="218901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7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78B20AB-E034-413F-8A49-34B8A9BB8272}"/>
              </a:ext>
            </a:extLst>
          </p:cNvPr>
          <p:cNvSpPr txBox="1"/>
          <p:nvPr/>
        </p:nvSpPr>
        <p:spPr>
          <a:xfrm>
            <a:off x="4784916" y="2199497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8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4BDA863-92CF-429C-A4F8-2C11EE7B34F5}"/>
              </a:ext>
            </a:extLst>
          </p:cNvPr>
          <p:cNvSpPr txBox="1"/>
          <p:nvPr/>
        </p:nvSpPr>
        <p:spPr>
          <a:xfrm>
            <a:off x="5268813" y="220186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9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2C63146-BD63-4765-9B1D-093CC899C7CB}"/>
              </a:ext>
            </a:extLst>
          </p:cNvPr>
          <p:cNvSpPr txBox="1"/>
          <p:nvPr/>
        </p:nvSpPr>
        <p:spPr>
          <a:xfrm>
            <a:off x="5699385" y="2199374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10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4F92D97-7954-42D7-B624-1F29A1C337A1}"/>
              </a:ext>
            </a:extLst>
          </p:cNvPr>
          <p:cNvSpPr/>
          <p:nvPr/>
        </p:nvSpPr>
        <p:spPr>
          <a:xfrm>
            <a:off x="1122780" y="3577647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35" name="流程图: 或者 34">
            <a:extLst>
              <a:ext uri="{FF2B5EF4-FFF2-40B4-BE49-F238E27FC236}">
                <a16:creationId xmlns:a16="http://schemas.microsoft.com/office/drawing/2014/main" id="{0ADC89FD-DF02-48CA-AACF-9B233108BC26}"/>
              </a:ext>
            </a:extLst>
          </p:cNvPr>
          <p:cNvSpPr/>
          <p:nvPr/>
        </p:nvSpPr>
        <p:spPr>
          <a:xfrm>
            <a:off x="1174760" y="3156379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流程图: 或者 35">
            <a:extLst>
              <a:ext uri="{FF2B5EF4-FFF2-40B4-BE49-F238E27FC236}">
                <a16:creationId xmlns:a16="http://schemas.microsoft.com/office/drawing/2014/main" id="{852A7015-E5D4-419C-ABE9-9FDBE9933057}"/>
              </a:ext>
            </a:extLst>
          </p:cNvPr>
          <p:cNvSpPr/>
          <p:nvPr/>
        </p:nvSpPr>
        <p:spPr>
          <a:xfrm>
            <a:off x="2151769" y="3156379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流程图: 或者 36">
            <a:extLst>
              <a:ext uri="{FF2B5EF4-FFF2-40B4-BE49-F238E27FC236}">
                <a16:creationId xmlns:a16="http://schemas.microsoft.com/office/drawing/2014/main" id="{F8EF9E5F-CE7E-4ACF-AFAB-04547361304F}"/>
              </a:ext>
            </a:extLst>
          </p:cNvPr>
          <p:cNvSpPr/>
          <p:nvPr/>
        </p:nvSpPr>
        <p:spPr>
          <a:xfrm>
            <a:off x="3128778" y="3156379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流程图: 或者 37">
            <a:extLst>
              <a:ext uri="{FF2B5EF4-FFF2-40B4-BE49-F238E27FC236}">
                <a16:creationId xmlns:a16="http://schemas.microsoft.com/office/drawing/2014/main" id="{C2FC7C3A-E1D1-4392-A626-C83C17357CDB}"/>
              </a:ext>
            </a:extLst>
          </p:cNvPr>
          <p:cNvSpPr/>
          <p:nvPr/>
        </p:nvSpPr>
        <p:spPr>
          <a:xfrm>
            <a:off x="4105787" y="3156379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流程图: 或者 38">
            <a:extLst>
              <a:ext uri="{FF2B5EF4-FFF2-40B4-BE49-F238E27FC236}">
                <a16:creationId xmlns:a16="http://schemas.microsoft.com/office/drawing/2014/main" id="{A9EFE48D-5F93-4871-8E4A-C2C5D25CB671}"/>
              </a:ext>
            </a:extLst>
          </p:cNvPr>
          <p:cNvSpPr/>
          <p:nvPr/>
        </p:nvSpPr>
        <p:spPr>
          <a:xfrm>
            <a:off x="5082796" y="3156379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F3213C5-AE0C-4F26-B2BE-8111EF23439B}"/>
              </a:ext>
            </a:extLst>
          </p:cNvPr>
          <p:cNvSpPr/>
          <p:nvPr/>
        </p:nvSpPr>
        <p:spPr>
          <a:xfrm>
            <a:off x="6219679" y="2563268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2A489CF-8A01-4AC0-8247-50A89455D41B}"/>
              </a:ext>
            </a:extLst>
          </p:cNvPr>
          <p:cNvSpPr txBox="1"/>
          <p:nvPr/>
        </p:nvSpPr>
        <p:spPr>
          <a:xfrm>
            <a:off x="6192554" y="2201868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11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42" name="流程图: 或者 41">
            <a:extLst>
              <a:ext uri="{FF2B5EF4-FFF2-40B4-BE49-F238E27FC236}">
                <a16:creationId xmlns:a16="http://schemas.microsoft.com/office/drawing/2014/main" id="{598E7231-BF88-4E95-B419-BAC17F9D047E}"/>
              </a:ext>
            </a:extLst>
          </p:cNvPr>
          <p:cNvSpPr/>
          <p:nvPr/>
        </p:nvSpPr>
        <p:spPr>
          <a:xfrm>
            <a:off x="6059807" y="3156379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F686C75-BF76-4F92-8096-F5A829291469}"/>
              </a:ext>
            </a:extLst>
          </p:cNvPr>
          <p:cNvSpPr/>
          <p:nvPr/>
        </p:nvSpPr>
        <p:spPr>
          <a:xfrm>
            <a:off x="2099788" y="3577647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9DB73F9-4CE5-4ED2-B5CE-819D4CF5236E}"/>
              </a:ext>
            </a:extLst>
          </p:cNvPr>
          <p:cNvSpPr/>
          <p:nvPr/>
        </p:nvSpPr>
        <p:spPr>
          <a:xfrm>
            <a:off x="3070694" y="3577647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FDF7BF2-9937-4B23-8D05-692F28D4EBB2}"/>
              </a:ext>
            </a:extLst>
          </p:cNvPr>
          <p:cNvSpPr/>
          <p:nvPr/>
        </p:nvSpPr>
        <p:spPr>
          <a:xfrm>
            <a:off x="4041600" y="3577647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1D3C425-71B1-4A7B-8E32-C9D17857F27C}"/>
              </a:ext>
            </a:extLst>
          </p:cNvPr>
          <p:cNvSpPr/>
          <p:nvPr/>
        </p:nvSpPr>
        <p:spPr>
          <a:xfrm>
            <a:off x="5012506" y="3577646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88BC02A-A536-4F3C-8B18-9F6D6479AA89}"/>
              </a:ext>
            </a:extLst>
          </p:cNvPr>
          <p:cNvSpPr/>
          <p:nvPr/>
        </p:nvSpPr>
        <p:spPr>
          <a:xfrm>
            <a:off x="6007826" y="3577647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8" name="流程图: 或者 47">
            <a:extLst>
              <a:ext uri="{FF2B5EF4-FFF2-40B4-BE49-F238E27FC236}">
                <a16:creationId xmlns:a16="http://schemas.microsoft.com/office/drawing/2014/main" id="{D2D22F2B-2830-48AF-8009-797965CB9F53}"/>
              </a:ext>
            </a:extLst>
          </p:cNvPr>
          <p:cNvSpPr/>
          <p:nvPr/>
        </p:nvSpPr>
        <p:spPr>
          <a:xfrm>
            <a:off x="1654965" y="4052512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流程图: 或者 48">
            <a:extLst>
              <a:ext uri="{FF2B5EF4-FFF2-40B4-BE49-F238E27FC236}">
                <a16:creationId xmlns:a16="http://schemas.microsoft.com/office/drawing/2014/main" id="{A758710B-D629-42A1-9236-FEACD8B13645}"/>
              </a:ext>
            </a:extLst>
          </p:cNvPr>
          <p:cNvSpPr/>
          <p:nvPr/>
        </p:nvSpPr>
        <p:spPr>
          <a:xfrm>
            <a:off x="3614156" y="4056731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流程图: 或者 49">
            <a:extLst>
              <a:ext uri="{FF2B5EF4-FFF2-40B4-BE49-F238E27FC236}">
                <a16:creationId xmlns:a16="http://schemas.microsoft.com/office/drawing/2014/main" id="{2CAAC914-144C-4926-9413-96CDD8600397}"/>
              </a:ext>
            </a:extLst>
          </p:cNvPr>
          <p:cNvSpPr/>
          <p:nvPr/>
        </p:nvSpPr>
        <p:spPr>
          <a:xfrm>
            <a:off x="5526892" y="4056731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CE87F2A-26DD-4C4D-9968-830F9CBF2FFC}"/>
              </a:ext>
            </a:extLst>
          </p:cNvPr>
          <p:cNvSpPr/>
          <p:nvPr/>
        </p:nvSpPr>
        <p:spPr>
          <a:xfrm>
            <a:off x="1602984" y="4537429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7085764-4BBF-4DDD-AFF4-972E45F1CC70}"/>
              </a:ext>
            </a:extLst>
          </p:cNvPr>
          <p:cNvSpPr/>
          <p:nvPr/>
        </p:nvSpPr>
        <p:spPr>
          <a:xfrm>
            <a:off x="3562040" y="4537429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B80093B-61F8-4156-A485-50763EB133D5}"/>
              </a:ext>
            </a:extLst>
          </p:cNvPr>
          <p:cNvSpPr/>
          <p:nvPr/>
        </p:nvSpPr>
        <p:spPr>
          <a:xfrm>
            <a:off x="5474911" y="4536815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54" name="流程图: 或者 53">
            <a:extLst>
              <a:ext uri="{FF2B5EF4-FFF2-40B4-BE49-F238E27FC236}">
                <a16:creationId xmlns:a16="http://schemas.microsoft.com/office/drawing/2014/main" id="{309FED76-242E-4827-8ACA-65CE09B316EE}"/>
              </a:ext>
            </a:extLst>
          </p:cNvPr>
          <p:cNvSpPr/>
          <p:nvPr/>
        </p:nvSpPr>
        <p:spPr>
          <a:xfrm>
            <a:off x="2672983" y="5105068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D632D0F-D687-45EC-B1A2-699B14255F96}"/>
              </a:ext>
            </a:extLst>
          </p:cNvPr>
          <p:cNvSpPr/>
          <p:nvPr/>
        </p:nvSpPr>
        <p:spPr>
          <a:xfrm>
            <a:off x="2621002" y="5502952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56" name="流程图: 或者 55">
            <a:extLst>
              <a:ext uri="{FF2B5EF4-FFF2-40B4-BE49-F238E27FC236}">
                <a16:creationId xmlns:a16="http://schemas.microsoft.com/office/drawing/2014/main" id="{DE1F6D6A-C855-42D6-9BC8-A12FD2DDAF80}"/>
              </a:ext>
            </a:extLst>
          </p:cNvPr>
          <p:cNvSpPr/>
          <p:nvPr/>
        </p:nvSpPr>
        <p:spPr>
          <a:xfrm>
            <a:off x="3614020" y="5942304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BBF6B41-E9D7-44AC-972F-B410F87E7ABF}"/>
              </a:ext>
            </a:extLst>
          </p:cNvPr>
          <p:cNvSpPr/>
          <p:nvPr/>
        </p:nvSpPr>
        <p:spPr>
          <a:xfrm>
            <a:off x="3558844" y="6376584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0F76A87F-9813-49D8-887E-192E987EB3D2}"/>
              </a:ext>
            </a:extLst>
          </p:cNvPr>
          <p:cNvSpPr txBox="1">
            <a:spLocks/>
          </p:cNvSpPr>
          <p:nvPr/>
        </p:nvSpPr>
        <p:spPr>
          <a:xfrm>
            <a:off x="6944982" y="2173046"/>
            <a:ext cx="4687694" cy="678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计算单元：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FE43E6C0-9A1A-4926-83EB-F7683E4F6772}"/>
              </a:ext>
            </a:extLst>
          </p:cNvPr>
          <p:cNvSpPr/>
          <p:nvPr/>
        </p:nvSpPr>
        <p:spPr>
          <a:xfrm>
            <a:off x="7036818" y="3033474"/>
            <a:ext cx="1768857" cy="557355"/>
          </a:xfrm>
          <a:prstGeom prst="roundRect">
            <a:avLst/>
          </a:prstGeom>
          <a:solidFill>
            <a:srgbClr val="5B3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3259E6B8-480C-4AF5-B6D8-DD36AFE8FC81}"/>
              </a:ext>
            </a:extLst>
          </p:cNvPr>
          <p:cNvSpPr/>
          <p:nvPr/>
        </p:nvSpPr>
        <p:spPr>
          <a:xfrm>
            <a:off x="9702355" y="3033474"/>
            <a:ext cx="1768857" cy="557355"/>
          </a:xfrm>
          <a:prstGeom prst="round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133BF22B-4FCB-448A-87E4-219BB8D8471B}"/>
              </a:ext>
            </a:extLst>
          </p:cNvPr>
          <p:cNvSpPr/>
          <p:nvPr/>
        </p:nvSpPr>
        <p:spPr>
          <a:xfrm>
            <a:off x="7036817" y="3979460"/>
            <a:ext cx="1768857" cy="557355"/>
          </a:xfrm>
          <a:prstGeom prst="roundRect">
            <a:avLst/>
          </a:prstGeom>
          <a:solidFill>
            <a:srgbClr val="F9BC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24AE8013-FC07-43CB-A33A-FA1AE243DA3A}"/>
              </a:ext>
            </a:extLst>
          </p:cNvPr>
          <p:cNvSpPr/>
          <p:nvPr/>
        </p:nvSpPr>
        <p:spPr>
          <a:xfrm>
            <a:off x="9702355" y="3980074"/>
            <a:ext cx="1768857" cy="557355"/>
          </a:xfrm>
          <a:prstGeom prst="round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内容占位符 2">
            <a:extLst>
              <a:ext uri="{FF2B5EF4-FFF2-40B4-BE49-F238E27FC236}">
                <a16:creationId xmlns:a16="http://schemas.microsoft.com/office/drawing/2014/main" id="{7098B36D-5EB3-4292-AF2E-D55D2477DB77}"/>
              </a:ext>
            </a:extLst>
          </p:cNvPr>
          <p:cNvSpPr txBox="1">
            <a:spLocks/>
          </p:cNvSpPr>
          <p:nvPr/>
        </p:nvSpPr>
        <p:spPr>
          <a:xfrm>
            <a:off x="6944982" y="4680107"/>
            <a:ext cx="4687694" cy="11110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依赖关系：下一次求和依赖上一次求和的结果</a:t>
            </a:r>
            <a:endParaRPr lang="en-US" altLang="zh-CN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30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9" grpId="0"/>
      <p:bldP spid="60" grpId="0" animBg="1"/>
      <p:bldP spid="61" grpId="0" animBg="1"/>
      <p:bldP spid="62" grpId="0" animBg="1"/>
      <p:bldP spid="63" grpId="0" animBg="1"/>
      <p:bldP spid="6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</a:rPr>
              <a:t>案例一</a:t>
            </a:r>
            <a:r>
              <a:rPr lang="en-US" altLang="zh-CN" dirty="0">
                <a:latin typeface="Garamond" panose="02020404030301010803" pitchFamily="18" charset="0"/>
              </a:rPr>
              <a:t>——</a:t>
            </a:r>
            <a:r>
              <a:rPr lang="zh-CN" altLang="en-US" dirty="0">
                <a:latin typeface="Garamond" panose="02020404030301010803" pitchFamily="18" charset="0"/>
              </a:rPr>
              <a:t>求和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9888940" cy="678260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100</a:t>
            </a:r>
            <a:r>
              <a:rPr lang="zh-CN" altLang="en-US" dirty="0">
                <a:latin typeface="Garamond" panose="02020404030301010803" pitchFamily="18" charset="0"/>
              </a:rPr>
              <a:t>万个浮点数，求和，如何采用并行计算加速？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13</a:t>
            </a:fld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68A306-6E2F-4421-88DC-4700682D4D9B}"/>
              </a:ext>
            </a:extLst>
          </p:cNvPr>
          <p:cNvSpPr/>
          <p:nvPr/>
        </p:nvSpPr>
        <p:spPr>
          <a:xfrm>
            <a:off x="857286" y="2568706"/>
            <a:ext cx="369455" cy="369455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4B37EF-F5F8-48CA-A90B-4F993F12322A}"/>
              </a:ext>
            </a:extLst>
          </p:cNvPr>
          <p:cNvSpPr/>
          <p:nvPr/>
        </p:nvSpPr>
        <p:spPr>
          <a:xfrm>
            <a:off x="1344397" y="2568706"/>
            <a:ext cx="369455" cy="369455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AEB6D3D-E442-46F5-9A9C-30C9410E7159}"/>
              </a:ext>
            </a:extLst>
          </p:cNvPr>
          <p:cNvSpPr/>
          <p:nvPr/>
        </p:nvSpPr>
        <p:spPr>
          <a:xfrm>
            <a:off x="1831508" y="2568706"/>
            <a:ext cx="369455" cy="369455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37C674-CA31-416F-B311-788AE1EA0550}"/>
              </a:ext>
            </a:extLst>
          </p:cNvPr>
          <p:cNvSpPr/>
          <p:nvPr/>
        </p:nvSpPr>
        <p:spPr>
          <a:xfrm>
            <a:off x="2318619" y="2568706"/>
            <a:ext cx="369455" cy="369455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E79A49-3772-430D-BE58-2CEC197D0625}"/>
              </a:ext>
            </a:extLst>
          </p:cNvPr>
          <p:cNvSpPr/>
          <p:nvPr/>
        </p:nvSpPr>
        <p:spPr>
          <a:xfrm>
            <a:off x="2805730" y="2568706"/>
            <a:ext cx="369455" cy="369455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6B7CDB-8350-413D-BC3F-F7AECF410226}"/>
              </a:ext>
            </a:extLst>
          </p:cNvPr>
          <p:cNvSpPr/>
          <p:nvPr/>
        </p:nvSpPr>
        <p:spPr>
          <a:xfrm>
            <a:off x="3292841" y="2568706"/>
            <a:ext cx="369455" cy="369455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DB18FA-E4E9-48A1-B2A3-5F56A84E6DE7}"/>
              </a:ext>
            </a:extLst>
          </p:cNvPr>
          <p:cNvSpPr/>
          <p:nvPr/>
        </p:nvSpPr>
        <p:spPr>
          <a:xfrm>
            <a:off x="3779952" y="2568706"/>
            <a:ext cx="369455" cy="369455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242F18B-336C-43B1-BADE-F9C254B74DB7}"/>
              </a:ext>
            </a:extLst>
          </p:cNvPr>
          <p:cNvSpPr/>
          <p:nvPr/>
        </p:nvSpPr>
        <p:spPr>
          <a:xfrm>
            <a:off x="4267063" y="2568706"/>
            <a:ext cx="369455" cy="369455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ECFFB64-4FEA-4780-A9AA-F6DC51AB86C9}"/>
              </a:ext>
            </a:extLst>
          </p:cNvPr>
          <p:cNvSpPr/>
          <p:nvPr/>
        </p:nvSpPr>
        <p:spPr>
          <a:xfrm>
            <a:off x="4754174" y="2568706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Garamond" panose="02020404030301010803" pitchFamily="18" charset="0"/>
              </a:rPr>
              <a:t>?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A552C1A-9B9F-4778-A5B2-3C96100A9518}"/>
              </a:ext>
            </a:extLst>
          </p:cNvPr>
          <p:cNvSpPr/>
          <p:nvPr/>
        </p:nvSpPr>
        <p:spPr>
          <a:xfrm>
            <a:off x="5241285" y="2568706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Garamond" panose="02020404030301010803" pitchFamily="18" charset="0"/>
              </a:rPr>
              <a:t>?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D767FB9-27D5-4E91-9453-603FD06A00A9}"/>
              </a:ext>
            </a:extLst>
          </p:cNvPr>
          <p:cNvSpPr/>
          <p:nvPr/>
        </p:nvSpPr>
        <p:spPr>
          <a:xfrm>
            <a:off x="5728396" y="2568706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Garamond" panose="02020404030301010803" pitchFamily="18" charset="0"/>
              </a:rPr>
              <a:t>?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38E871C-A2DF-4E8A-9707-31B3F7069D77}"/>
              </a:ext>
            </a:extLst>
          </p:cNvPr>
          <p:cNvSpPr txBox="1"/>
          <p:nvPr/>
        </p:nvSpPr>
        <p:spPr>
          <a:xfrm>
            <a:off x="874064" y="2193936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0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D637BC-3483-4043-B641-249458214BBD}"/>
              </a:ext>
            </a:extLst>
          </p:cNvPr>
          <p:cNvSpPr txBox="1"/>
          <p:nvPr/>
        </p:nvSpPr>
        <p:spPr>
          <a:xfrm>
            <a:off x="1378121" y="2199374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1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A8CF203-60DC-4ED3-BCC9-AE042309FE04}"/>
              </a:ext>
            </a:extLst>
          </p:cNvPr>
          <p:cNvSpPr txBox="1"/>
          <p:nvPr/>
        </p:nvSpPr>
        <p:spPr>
          <a:xfrm>
            <a:off x="1862988" y="219298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2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A7A364D-BD52-479E-91E1-124E5EA2C5CB}"/>
              </a:ext>
            </a:extLst>
          </p:cNvPr>
          <p:cNvSpPr txBox="1"/>
          <p:nvPr/>
        </p:nvSpPr>
        <p:spPr>
          <a:xfrm>
            <a:off x="2347855" y="2199374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3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0CCEFDB-7DA7-41D3-AF7B-9A5C1F194110}"/>
              </a:ext>
            </a:extLst>
          </p:cNvPr>
          <p:cNvSpPr txBox="1"/>
          <p:nvPr/>
        </p:nvSpPr>
        <p:spPr>
          <a:xfrm>
            <a:off x="2837210" y="2193936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4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2726BF2-6414-41CF-95B1-D1BC3ADCD9EC}"/>
              </a:ext>
            </a:extLst>
          </p:cNvPr>
          <p:cNvSpPr txBox="1"/>
          <p:nvPr/>
        </p:nvSpPr>
        <p:spPr>
          <a:xfrm>
            <a:off x="3320486" y="218901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5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B4605E5-7C36-46A0-A80E-8D557B7DE2EA}"/>
              </a:ext>
            </a:extLst>
          </p:cNvPr>
          <p:cNvSpPr txBox="1"/>
          <p:nvPr/>
        </p:nvSpPr>
        <p:spPr>
          <a:xfrm>
            <a:off x="3803837" y="2193936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6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A6F26A1-50FD-430C-86B3-655B5AAEBAA5}"/>
              </a:ext>
            </a:extLst>
          </p:cNvPr>
          <p:cNvSpPr txBox="1"/>
          <p:nvPr/>
        </p:nvSpPr>
        <p:spPr>
          <a:xfrm>
            <a:off x="4279326" y="218901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7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78B20AB-E034-413F-8A49-34B8A9BB8272}"/>
              </a:ext>
            </a:extLst>
          </p:cNvPr>
          <p:cNvSpPr txBox="1"/>
          <p:nvPr/>
        </p:nvSpPr>
        <p:spPr>
          <a:xfrm>
            <a:off x="4784916" y="2199497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8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4BDA863-92CF-429C-A4F8-2C11EE7B34F5}"/>
              </a:ext>
            </a:extLst>
          </p:cNvPr>
          <p:cNvSpPr txBox="1"/>
          <p:nvPr/>
        </p:nvSpPr>
        <p:spPr>
          <a:xfrm>
            <a:off x="5268813" y="220186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9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2C63146-BD63-4765-9B1D-093CC899C7CB}"/>
              </a:ext>
            </a:extLst>
          </p:cNvPr>
          <p:cNvSpPr txBox="1"/>
          <p:nvPr/>
        </p:nvSpPr>
        <p:spPr>
          <a:xfrm>
            <a:off x="5699385" y="2199374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10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4F92D97-7954-42D7-B624-1F29A1C337A1}"/>
              </a:ext>
            </a:extLst>
          </p:cNvPr>
          <p:cNvSpPr/>
          <p:nvPr/>
        </p:nvSpPr>
        <p:spPr>
          <a:xfrm>
            <a:off x="1122780" y="3577647"/>
            <a:ext cx="369455" cy="369455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35" name="流程图: 或者 34">
            <a:extLst>
              <a:ext uri="{FF2B5EF4-FFF2-40B4-BE49-F238E27FC236}">
                <a16:creationId xmlns:a16="http://schemas.microsoft.com/office/drawing/2014/main" id="{0ADC89FD-DF02-48CA-AACF-9B233108BC26}"/>
              </a:ext>
            </a:extLst>
          </p:cNvPr>
          <p:cNvSpPr/>
          <p:nvPr/>
        </p:nvSpPr>
        <p:spPr>
          <a:xfrm>
            <a:off x="1174760" y="3156379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流程图: 或者 35">
            <a:extLst>
              <a:ext uri="{FF2B5EF4-FFF2-40B4-BE49-F238E27FC236}">
                <a16:creationId xmlns:a16="http://schemas.microsoft.com/office/drawing/2014/main" id="{852A7015-E5D4-419C-ABE9-9FDBE9933057}"/>
              </a:ext>
            </a:extLst>
          </p:cNvPr>
          <p:cNvSpPr/>
          <p:nvPr/>
        </p:nvSpPr>
        <p:spPr>
          <a:xfrm>
            <a:off x="2151769" y="3156379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流程图: 或者 36">
            <a:extLst>
              <a:ext uri="{FF2B5EF4-FFF2-40B4-BE49-F238E27FC236}">
                <a16:creationId xmlns:a16="http://schemas.microsoft.com/office/drawing/2014/main" id="{F8EF9E5F-CE7E-4ACF-AFAB-04547361304F}"/>
              </a:ext>
            </a:extLst>
          </p:cNvPr>
          <p:cNvSpPr/>
          <p:nvPr/>
        </p:nvSpPr>
        <p:spPr>
          <a:xfrm>
            <a:off x="3128778" y="3156379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流程图: 或者 37">
            <a:extLst>
              <a:ext uri="{FF2B5EF4-FFF2-40B4-BE49-F238E27FC236}">
                <a16:creationId xmlns:a16="http://schemas.microsoft.com/office/drawing/2014/main" id="{C2FC7C3A-E1D1-4392-A626-C83C17357CDB}"/>
              </a:ext>
            </a:extLst>
          </p:cNvPr>
          <p:cNvSpPr/>
          <p:nvPr/>
        </p:nvSpPr>
        <p:spPr>
          <a:xfrm>
            <a:off x="4105787" y="3156379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流程图: 或者 38">
            <a:extLst>
              <a:ext uri="{FF2B5EF4-FFF2-40B4-BE49-F238E27FC236}">
                <a16:creationId xmlns:a16="http://schemas.microsoft.com/office/drawing/2014/main" id="{A9EFE48D-5F93-4871-8E4A-C2C5D25CB671}"/>
              </a:ext>
            </a:extLst>
          </p:cNvPr>
          <p:cNvSpPr/>
          <p:nvPr/>
        </p:nvSpPr>
        <p:spPr>
          <a:xfrm>
            <a:off x="5082796" y="3156379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F3213C5-AE0C-4F26-B2BE-8111EF23439B}"/>
              </a:ext>
            </a:extLst>
          </p:cNvPr>
          <p:cNvSpPr/>
          <p:nvPr/>
        </p:nvSpPr>
        <p:spPr>
          <a:xfrm>
            <a:off x="6219679" y="2563268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Garamond" panose="02020404030301010803" pitchFamily="18" charset="0"/>
              </a:rPr>
              <a:t>?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2A489CF-8A01-4AC0-8247-50A89455D41B}"/>
              </a:ext>
            </a:extLst>
          </p:cNvPr>
          <p:cNvSpPr txBox="1"/>
          <p:nvPr/>
        </p:nvSpPr>
        <p:spPr>
          <a:xfrm>
            <a:off x="6192554" y="2201868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11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42" name="流程图: 或者 41">
            <a:extLst>
              <a:ext uri="{FF2B5EF4-FFF2-40B4-BE49-F238E27FC236}">
                <a16:creationId xmlns:a16="http://schemas.microsoft.com/office/drawing/2014/main" id="{598E7231-BF88-4E95-B419-BAC17F9D047E}"/>
              </a:ext>
            </a:extLst>
          </p:cNvPr>
          <p:cNvSpPr/>
          <p:nvPr/>
        </p:nvSpPr>
        <p:spPr>
          <a:xfrm>
            <a:off x="6059807" y="3156379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F686C75-BF76-4F92-8096-F5A829291469}"/>
              </a:ext>
            </a:extLst>
          </p:cNvPr>
          <p:cNvSpPr/>
          <p:nvPr/>
        </p:nvSpPr>
        <p:spPr>
          <a:xfrm>
            <a:off x="2099788" y="3577647"/>
            <a:ext cx="369455" cy="369455"/>
          </a:xfrm>
          <a:prstGeom prst="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9DB73F9-4CE5-4ED2-B5CE-819D4CF5236E}"/>
              </a:ext>
            </a:extLst>
          </p:cNvPr>
          <p:cNvSpPr/>
          <p:nvPr/>
        </p:nvSpPr>
        <p:spPr>
          <a:xfrm>
            <a:off x="3070694" y="3577647"/>
            <a:ext cx="369455" cy="369455"/>
          </a:xfrm>
          <a:prstGeom prst="rect">
            <a:avLst/>
          </a:prstGeom>
          <a:solidFill>
            <a:srgbClr val="FFD7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FDF7BF2-9937-4B23-8D05-692F28D4EBB2}"/>
              </a:ext>
            </a:extLst>
          </p:cNvPr>
          <p:cNvSpPr/>
          <p:nvPr/>
        </p:nvSpPr>
        <p:spPr>
          <a:xfrm>
            <a:off x="4041600" y="3577647"/>
            <a:ext cx="369455" cy="369455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1D3C425-71B1-4A7B-8E32-C9D17857F27C}"/>
              </a:ext>
            </a:extLst>
          </p:cNvPr>
          <p:cNvSpPr/>
          <p:nvPr/>
        </p:nvSpPr>
        <p:spPr>
          <a:xfrm>
            <a:off x="5012506" y="3577646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Garamond" panose="02020404030301010803" pitchFamily="18" charset="0"/>
              </a:rPr>
              <a:t>?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88BC02A-A536-4F3C-8B18-9F6D6479AA89}"/>
              </a:ext>
            </a:extLst>
          </p:cNvPr>
          <p:cNvSpPr/>
          <p:nvPr/>
        </p:nvSpPr>
        <p:spPr>
          <a:xfrm>
            <a:off x="6007826" y="3577647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Garamond" panose="02020404030301010803" pitchFamily="18" charset="0"/>
              </a:rPr>
              <a:t>?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48" name="流程图: 或者 47">
            <a:extLst>
              <a:ext uri="{FF2B5EF4-FFF2-40B4-BE49-F238E27FC236}">
                <a16:creationId xmlns:a16="http://schemas.microsoft.com/office/drawing/2014/main" id="{D2D22F2B-2830-48AF-8009-797965CB9F53}"/>
              </a:ext>
            </a:extLst>
          </p:cNvPr>
          <p:cNvSpPr/>
          <p:nvPr/>
        </p:nvSpPr>
        <p:spPr>
          <a:xfrm>
            <a:off x="1654965" y="4052512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流程图: 或者 48">
            <a:extLst>
              <a:ext uri="{FF2B5EF4-FFF2-40B4-BE49-F238E27FC236}">
                <a16:creationId xmlns:a16="http://schemas.microsoft.com/office/drawing/2014/main" id="{A758710B-D629-42A1-9236-FEACD8B13645}"/>
              </a:ext>
            </a:extLst>
          </p:cNvPr>
          <p:cNvSpPr/>
          <p:nvPr/>
        </p:nvSpPr>
        <p:spPr>
          <a:xfrm>
            <a:off x="3614156" y="4056731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流程图: 或者 49">
            <a:extLst>
              <a:ext uri="{FF2B5EF4-FFF2-40B4-BE49-F238E27FC236}">
                <a16:creationId xmlns:a16="http://schemas.microsoft.com/office/drawing/2014/main" id="{2CAAC914-144C-4926-9413-96CDD8600397}"/>
              </a:ext>
            </a:extLst>
          </p:cNvPr>
          <p:cNvSpPr/>
          <p:nvPr/>
        </p:nvSpPr>
        <p:spPr>
          <a:xfrm>
            <a:off x="5526892" y="4056731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CE87F2A-26DD-4C4D-9968-830F9CBF2FFC}"/>
              </a:ext>
            </a:extLst>
          </p:cNvPr>
          <p:cNvSpPr/>
          <p:nvPr/>
        </p:nvSpPr>
        <p:spPr>
          <a:xfrm>
            <a:off x="1602984" y="4537429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Garamond" panose="02020404030301010803" pitchFamily="18" charset="0"/>
              </a:rPr>
              <a:t>?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7085764-4BBF-4DDD-AFF4-972E45F1CC70}"/>
              </a:ext>
            </a:extLst>
          </p:cNvPr>
          <p:cNvSpPr/>
          <p:nvPr/>
        </p:nvSpPr>
        <p:spPr>
          <a:xfrm>
            <a:off x="3562040" y="4537429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Garamond" panose="02020404030301010803" pitchFamily="18" charset="0"/>
              </a:rPr>
              <a:t>?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B80093B-61F8-4156-A485-50763EB133D5}"/>
              </a:ext>
            </a:extLst>
          </p:cNvPr>
          <p:cNvSpPr/>
          <p:nvPr/>
        </p:nvSpPr>
        <p:spPr>
          <a:xfrm>
            <a:off x="5474911" y="4536815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Garamond" panose="02020404030301010803" pitchFamily="18" charset="0"/>
              </a:rPr>
              <a:t>?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54" name="流程图: 或者 53">
            <a:extLst>
              <a:ext uri="{FF2B5EF4-FFF2-40B4-BE49-F238E27FC236}">
                <a16:creationId xmlns:a16="http://schemas.microsoft.com/office/drawing/2014/main" id="{309FED76-242E-4827-8ACA-65CE09B316EE}"/>
              </a:ext>
            </a:extLst>
          </p:cNvPr>
          <p:cNvSpPr/>
          <p:nvPr/>
        </p:nvSpPr>
        <p:spPr>
          <a:xfrm>
            <a:off x="2672983" y="5105068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D632D0F-D687-45EC-B1A2-699B14255F96}"/>
              </a:ext>
            </a:extLst>
          </p:cNvPr>
          <p:cNvSpPr/>
          <p:nvPr/>
        </p:nvSpPr>
        <p:spPr>
          <a:xfrm>
            <a:off x="2621002" y="5502952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Garamond" panose="02020404030301010803" pitchFamily="18" charset="0"/>
              </a:rPr>
              <a:t>?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56" name="流程图: 或者 55">
            <a:extLst>
              <a:ext uri="{FF2B5EF4-FFF2-40B4-BE49-F238E27FC236}">
                <a16:creationId xmlns:a16="http://schemas.microsoft.com/office/drawing/2014/main" id="{DE1F6D6A-C855-42D6-9BC8-A12FD2DDAF80}"/>
              </a:ext>
            </a:extLst>
          </p:cNvPr>
          <p:cNvSpPr/>
          <p:nvPr/>
        </p:nvSpPr>
        <p:spPr>
          <a:xfrm>
            <a:off x="3614020" y="5942304"/>
            <a:ext cx="265494" cy="265494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BBF6B41-E9D7-44AC-972F-B410F87E7ABF}"/>
              </a:ext>
            </a:extLst>
          </p:cNvPr>
          <p:cNvSpPr/>
          <p:nvPr/>
        </p:nvSpPr>
        <p:spPr>
          <a:xfrm>
            <a:off x="3558844" y="6376584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Garamond" panose="02020404030301010803" pitchFamily="18" charset="0"/>
              </a:rPr>
              <a:t>?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0F76A87F-9813-49D8-887E-192E987EB3D2}"/>
              </a:ext>
            </a:extLst>
          </p:cNvPr>
          <p:cNvSpPr txBox="1">
            <a:spLocks/>
          </p:cNvSpPr>
          <p:nvPr/>
        </p:nvSpPr>
        <p:spPr>
          <a:xfrm>
            <a:off x="6944982" y="2173046"/>
            <a:ext cx="4687694" cy="678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计算单元：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FE43E6C0-9A1A-4926-83EB-F7683E4F6772}"/>
              </a:ext>
            </a:extLst>
          </p:cNvPr>
          <p:cNvSpPr/>
          <p:nvPr/>
        </p:nvSpPr>
        <p:spPr>
          <a:xfrm>
            <a:off x="7036818" y="3033474"/>
            <a:ext cx="1768857" cy="557355"/>
          </a:xfrm>
          <a:prstGeom prst="roundRect">
            <a:avLst/>
          </a:prstGeom>
          <a:solidFill>
            <a:srgbClr val="5B3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3259E6B8-480C-4AF5-B6D8-DD36AFE8FC81}"/>
              </a:ext>
            </a:extLst>
          </p:cNvPr>
          <p:cNvSpPr/>
          <p:nvPr/>
        </p:nvSpPr>
        <p:spPr>
          <a:xfrm>
            <a:off x="9702355" y="3033474"/>
            <a:ext cx="1768857" cy="557355"/>
          </a:xfrm>
          <a:prstGeom prst="roundRect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133BF22B-4FCB-448A-87E4-219BB8D8471B}"/>
              </a:ext>
            </a:extLst>
          </p:cNvPr>
          <p:cNvSpPr/>
          <p:nvPr/>
        </p:nvSpPr>
        <p:spPr>
          <a:xfrm>
            <a:off x="7036817" y="3979460"/>
            <a:ext cx="1768857" cy="557355"/>
          </a:xfrm>
          <a:prstGeom prst="roundRect">
            <a:avLst/>
          </a:prstGeom>
          <a:solidFill>
            <a:srgbClr val="F9BC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24AE8013-FC07-43CB-A33A-FA1AE243DA3A}"/>
              </a:ext>
            </a:extLst>
          </p:cNvPr>
          <p:cNvSpPr/>
          <p:nvPr/>
        </p:nvSpPr>
        <p:spPr>
          <a:xfrm>
            <a:off x="9702355" y="3980074"/>
            <a:ext cx="1768857" cy="557355"/>
          </a:xfrm>
          <a:prstGeom prst="round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内容占位符 2">
            <a:extLst>
              <a:ext uri="{FF2B5EF4-FFF2-40B4-BE49-F238E27FC236}">
                <a16:creationId xmlns:a16="http://schemas.microsoft.com/office/drawing/2014/main" id="{416CC0B0-64B5-497B-AAF5-C5BBAAB7B3F4}"/>
              </a:ext>
            </a:extLst>
          </p:cNvPr>
          <p:cNvSpPr txBox="1">
            <a:spLocks/>
          </p:cNvSpPr>
          <p:nvPr/>
        </p:nvSpPr>
        <p:spPr>
          <a:xfrm>
            <a:off x="6377281" y="4793206"/>
            <a:ext cx="5732176" cy="195553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动态分配法</a:t>
            </a:r>
            <a:endParaRPr lang="en-US" altLang="zh-CN" dirty="0">
              <a:latin typeface="Garamond" panose="02020404030301010803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任务不停写入任务队列中</a:t>
            </a:r>
            <a:endParaRPr lang="en-US" altLang="zh-CN" dirty="0">
              <a:latin typeface="Garamond" panose="02020404030301010803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计算单元完成后从队列中领取新任务</a:t>
            </a:r>
            <a:endParaRPr lang="en-US" altLang="zh-CN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35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9" grpId="0"/>
      <p:bldP spid="60" grpId="0" animBg="1"/>
      <p:bldP spid="61" grpId="0" animBg="1"/>
      <p:bldP spid="62" grpId="0" animBg="1"/>
      <p:bldP spid="63" grpId="0" animBg="1"/>
      <p:bldP spid="5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</a:rPr>
              <a:t>案例二</a:t>
            </a:r>
            <a:r>
              <a:rPr lang="en-US" altLang="zh-CN" dirty="0">
                <a:latin typeface="Garamond" panose="02020404030301010803" pitchFamily="18" charset="0"/>
              </a:rPr>
              <a:t>——Merkle Tree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14</a:t>
            </a:fld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A3A0BC-4783-47D3-BDBE-A1FA93B3A16C}"/>
              </a:ext>
            </a:extLst>
          </p:cNvPr>
          <p:cNvSpPr/>
          <p:nvPr/>
        </p:nvSpPr>
        <p:spPr>
          <a:xfrm>
            <a:off x="3206441" y="2435959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564C0B-42A2-4D74-B73E-EAAA37C15A08}"/>
              </a:ext>
            </a:extLst>
          </p:cNvPr>
          <p:cNvSpPr/>
          <p:nvPr/>
        </p:nvSpPr>
        <p:spPr>
          <a:xfrm>
            <a:off x="3693552" y="2435959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669640-642B-404D-8B94-35DF253368DB}"/>
              </a:ext>
            </a:extLst>
          </p:cNvPr>
          <p:cNvSpPr/>
          <p:nvPr/>
        </p:nvSpPr>
        <p:spPr>
          <a:xfrm>
            <a:off x="4180663" y="2435959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49C82C-34F8-478F-A666-FF73CEF9FD92}"/>
              </a:ext>
            </a:extLst>
          </p:cNvPr>
          <p:cNvSpPr/>
          <p:nvPr/>
        </p:nvSpPr>
        <p:spPr>
          <a:xfrm>
            <a:off x="4667774" y="2435959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ADD424-1365-4629-92BF-998060C8CA08}"/>
              </a:ext>
            </a:extLst>
          </p:cNvPr>
          <p:cNvSpPr/>
          <p:nvPr/>
        </p:nvSpPr>
        <p:spPr>
          <a:xfrm>
            <a:off x="5154885" y="2435959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AE3E6F-498D-462B-8EEA-960933F0F079}"/>
              </a:ext>
            </a:extLst>
          </p:cNvPr>
          <p:cNvSpPr/>
          <p:nvPr/>
        </p:nvSpPr>
        <p:spPr>
          <a:xfrm>
            <a:off x="5641996" y="2435959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C45D524-0A7D-48C9-82B7-70F5EA4F04CA}"/>
              </a:ext>
            </a:extLst>
          </p:cNvPr>
          <p:cNvSpPr/>
          <p:nvPr/>
        </p:nvSpPr>
        <p:spPr>
          <a:xfrm>
            <a:off x="6129107" y="2435959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79EAEE4-8A9B-46FA-B4ED-4292B5BEAC63}"/>
              </a:ext>
            </a:extLst>
          </p:cNvPr>
          <p:cNvSpPr/>
          <p:nvPr/>
        </p:nvSpPr>
        <p:spPr>
          <a:xfrm>
            <a:off x="6616218" y="2435959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F21B576-9BEB-4383-A67A-083CF25DCD6F}"/>
              </a:ext>
            </a:extLst>
          </p:cNvPr>
          <p:cNvSpPr/>
          <p:nvPr/>
        </p:nvSpPr>
        <p:spPr>
          <a:xfrm>
            <a:off x="7103329" y="2435959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455D6A-1BA6-4037-95F6-7F24EB5F3BA2}"/>
              </a:ext>
            </a:extLst>
          </p:cNvPr>
          <p:cNvSpPr/>
          <p:nvPr/>
        </p:nvSpPr>
        <p:spPr>
          <a:xfrm>
            <a:off x="7590440" y="2435959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4AB55F2-D892-45DC-9FD5-DF905A4EBEE3}"/>
              </a:ext>
            </a:extLst>
          </p:cNvPr>
          <p:cNvSpPr/>
          <p:nvPr/>
        </p:nvSpPr>
        <p:spPr>
          <a:xfrm>
            <a:off x="8077551" y="2435959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698F39E-7A54-4727-97C5-AE6EA0DB400F}"/>
              </a:ext>
            </a:extLst>
          </p:cNvPr>
          <p:cNvSpPr txBox="1"/>
          <p:nvPr/>
        </p:nvSpPr>
        <p:spPr>
          <a:xfrm>
            <a:off x="3223219" y="206118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0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C8F009A-E248-40A8-8BD3-271CEA1B367C}"/>
              </a:ext>
            </a:extLst>
          </p:cNvPr>
          <p:cNvSpPr txBox="1"/>
          <p:nvPr/>
        </p:nvSpPr>
        <p:spPr>
          <a:xfrm>
            <a:off x="3727276" y="2066627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1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5B15766-E279-4D0C-86B9-45DB2433FC1D}"/>
              </a:ext>
            </a:extLst>
          </p:cNvPr>
          <p:cNvSpPr txBox="1"/>
          <p:nvPr/>
        </p:nvSpPr>
        <p:spPr>
          <a:xfrm>
            <a:off x="4212143" y="2060241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2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0FEA9DE-D1B0-41DF-AC0A-A91A9A7FF121}"/>
              </a:ext>
            </a:extLst>
          </p:cNvPr>
          <p:cNvSpPr txBox="1"/>
          <p:nvPr/>
        </p:nvSpPr>
        <p:spPr>
          <a:xfrm>
            <a:off x="4697010" y="2066627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3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9EC2D1-E677-407C-8B51-59BE17A8EA56}"/>
              </a:ext>
            </a:extLst>
          </p:cNvPr>
          <p:cNvSpPr txBox="1"/>
          <p:nvPr/>
        </p:nvSpPr>
        <p:spPr>
          <a:xfrm>
            <a:off x="5186365" y="206118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4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4C65DB-3A59-475E-8A05-1BAF79B39993}"/>
              </a:ext>
            </a:extLst>
          </p:cNvPr>
          <p:cNvSpPr txBox="1"/>
          <p:nvPr/>
        </p:nvSpPr>
        <p:spPr>
          <a:xfrm>
            <a:off x="5669641" y="2056271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5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6DAE44-5983-4F4B-B945-4DF1A1E76A3C}"/>
              </a:ext>
            </a:extLst>
          </p:cNvPr>
          <p:cNvSpPr txBox="1"/>
          <p:nvPr/>
        </p:nvSpPr>
        <p:spPr>
          <a:xfrm>
            <a:off x="6152992" y="206118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6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FC633E3-301C-4490-AC35-70B8CE429E02}"/>
              </a:ext>
            </a:extLst>
          </p:cNvPr>
          <p:cNvSpPr txBox="1"/>
          <p:nvPr/>
        </p:nvSpPr>
        <p:spPr>
          <a:xfrm>
            <a:off x="6628481" y="2056271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7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AC25A2E-A078-48C6-BF28-52EDFCED5D36}"/>
              </a:ext>
            </a:extLst>
          </p:cNvPr>
          <p:cNvSpPr txBox="1"/>
          <p:nvPr/>
        </p:nvSpPr>
        <p:spPr>
          <a:xfrm>
            <a:off x="7134071" y="2066750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8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11A75F8-F77A-4513-9899-2C626D252267}"/>
              </a:ext>
            </a:extLst>
          </p:cNvPr>
          <p:cNvSpPr txBox="1"/>
          <p:nvPr/>
        </p:nvSpPr>
        <p:spPr>
          <a:xfrm>
            <a:off x="7617968" y="2069121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9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03B02BF-9532-4858-9EF6-DDDBF6936CBA}"/>
              </a:ext>
            </a:extLst>
          </p:cNvPr>
          <p:cNvSpPr txBox="1"/>
          <p:nvPr/>
        </p:nvSpPr>
        <p:spPr>
          <a:xfrm>
            <a:off x="8048540" y="2066627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10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F48CFF0-D246-45CA-BFF5-674902F630D0}"/>
              </a:ext>
            </a:extLst>
          </p:cNvPr>
          <p:cNvSpPr/>
          <p:nvPr/>
        </p:nvSpPr>
        <p:spPr>
          <a:xfrm>
            <a:off x="3471935" y="3444900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29" name="流程图: 离页连接符 28">
            <a:extLst>
              <a:ext uri="{FF2B5EF4-FFF2-40B4-BE49-F238E27FC236}">
                <a16:creationId xmlns:a16="http://schemas.microsoft.com/office/drawing/2014/main" id="{797511F1-7AF0-41D3-8682-C271B907C467}"/>
              </a:ext>
            </a:extLst>
          </p:cNvPr>
          <p:cNvSpPr/>
          <p:nvPr/>
        </p:nvSpPr>
        <p:spPr>
          <a:xfrm>
            <a:off x="3523915" y="3023632"/>
            <a:ext cx="265494" cy="265494"/>
          </a:xfrm>
          <a:prstGeom prst="flowChartOffpage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流程图: 离页连接符 29">
            <a:extLst>
              <a:ext uri="{FF2B5EF4-FFF2-40B4-BE49-F238E27FC236}">
                <a16:creationId xmlns:a16="http://schemas.microsoft.com/office/drawing/2014/main" id="{323F72BD-24A1-4781-B7DE-866658BE84BF}"/>
              </a:ext>
            </a:extLst>
          </p:cNvPr>
          <p:cNvSpPr/>
          <p:nvPr/>
        </p:nvSpPr>
        <p:spPr>
          <a:xfrm>
            <a:off x="4500924" y="3023632"/>
            <a:ext cx="265494" cy="265494"/>
          </a:xfrm>
          <a:prstGeom prst="flowChartOffpage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流程图: 离页连接符 30">
            <a:extLst>
              <a:ext uri="{FF2B5EF4-FFF2-40B4-BE49-F238E27FC236}">
                <a16:creationId xmlns:a16="http://schemas.microsoft.com/office/drawing/2014/main" id="{6554E10C-CD35-400D-8B6E-954EA9A8844B}"/>
              </a:ext>
            </a:extLst>
          </p:cNvPr>
          <p:cNvSpPr/>
          <p:nvPr/>
        </p:nvSpPr>
        <p:spPr>
          <a:xfrm>
            <a:off x="5477933" y="3023632"/>
            <a:ext cx="265494" cy="265494"/>
          </a:xfrm>
          <a:prstGeom prst="flowChartOffpage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流程图: 离页连接符 31">
            <a:extLst>
              <a:ext uri="{FF2B5EF4-FFF2-40B4-BE49-F238E27FC236}">
                <a16:creationId xmlns:a16="http://schemas.microsoft.com/office/drawing/2014/main" id="{9BBD9507-06D2-45CF-8956-C2D733192DAA}"/>
              </a:ext>
            </a:extLst>
          </p:cNvPr>
          <p:cNvSpPr/>
          <p:nvPr/>
        </p:nvSpPr>
        <p:spPr>
          <a:xfrm>
            <a:off x="6454942" y="3023632"/>
            <a:ext cx="265494" cy="265494"/>
          </a:xfrm>
          <a:prstGeom prst="flowChartOffpage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流程图: 离页连接符 32">
            <a:extLst>
              <a:ext uri="{FF2B5EF4-FFF2-40B4-BE49-F238E27FC236}">
                <a16:creationId xmlns:a16="http://schemas.microsoft.com/office/drawing/2014/main" id="{3F84F581-E3C5-41B9-986C-59CB6E1DB5E1}"/>
              </a:ext>
            </a:extLst>
          </p:cNvPr>
          <p:cNvSpPr/>
          <p:nvPr/>
        </p:nvSpPr>
        <p:spPr>
          <a:xfrm>
            <a:off x="7431951" y="3023632"/>
            <a:ext cx="265494" cy="265494"/>
          </a:xfrm>
          <a:prstGeom prst="flowChartOffpage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272433E-0798-4D04-B152-D7F0B2DE8BB4}"/>
              </a:ext>
            </a:extLst>
          </p:cNvPr>
          <p:cNvSpPr/>
          <p:nvPr/>
        </p:nvSpPr>
        <p:spPr>
          <a:xfrm>
            <a:off x="8568834" y="2430521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062529A-38EC-480C-A249-8666B19B2855}"/>
              </a:ext>
            </a:extLst>
          </p:cNvPr>
          <p:cNvSpPr txBox="1"/>
          <p:nvPr/>
        </p:nvSpPr>
        <p:spPr>
          <a:xfrm>
            <a:off x="8541709" y="2069121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11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36" name="流程图: 离页连接符 35">
            <a:extLst>
              <a:ext uri="{FF2B5EF4-FFF2-40B4-BE49-F238E27FC236}">
                <a16:creationId xmlns:a16="http://schemas.microsoft.com/office/drawing/2014/main" id="{19F71CD9-7ECC-4F75-A02B-28BAF3DE2ADB}"/>
              </a:ext>
            </a:extLst>
          </p:cNvPr>
          <p:cNvSpPr/>
          <p:nvPr/>
        </p:nvSpPr>
        <p:spPr>
          <a:xfrm>
            <a:off x="8408962" y="3023632"/>
            <a:ext cx="265494" cy="265494"/>
          </a:xfrm>
          <a:prstGeom prst="flowChartOffpage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C09BA54-A6CE-46B0-9ED9-58BE3FECBBBC}"/>
              </a:ext>
            </a:extLst>
          </p:cNvPr>
          <p:cNvSpPr/>
          <p:nvPr/>
        </p:nvSpPr>
        <p:spPr>
          <a:xfrm>
            <a:off x="4448943" y="3444900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737C22B-B010-4765-9989-2950D6A5E630}"/>
              </a:ext>
            </a:extLst>
          </p:cNvPr>
          <p:cNvSpPr/>
          <p:nvPr/>
        </p:nvSpPr>
        <p:spPr>
          <a:xfrm>
            <a:off x="5419849" y="3444900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7D0FC76-E749-4161-9547-9961FD0DDCCE}"/>
              </a:ext>
            </a:extLst>
          </p:cNvPr>
          <p:cNvSpPr/>
          <p:nvPr/>
        </p:nvSpPr>
        <p:spPr>
          <a:xfrm>
            <a:off x="6390755" y="3444900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0B7E3ED-021E-4D5C-821C-3582ACA960FF}"/>
              </a:ext>
            </a:extLst>
          </p:cNvPr>
          <p:cNvSpPr/>
          <p:nvPr/>
        </p:nvSpPr>
        <p:spPr>
          <a:xfrm>
            <a:off x="7361661" y="3444899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8313C08-F72B-446D-8FD3-0A53C5D28AD3}"/>
              </a:ext>
            </a:extLst>
          </p:cNvPr>
          <p:cNvSpPr/>
          <p:nvPr/>
        </p:nvSpPr>
        <p:spPr>
          <a:xfrm>
            <a:off x="8356981" y="3444900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2" name="流程图: 离页连接符 41">
            <a:extLst>
              <a:ext uri="{FF2B5EF4-FFF2-40B4-BE49-F238E27FC236}">
                <a16:creationId xmlns:a16="http://schemas.microsoft.com/office/drawing/2014/main" id="{0E535FF3-CCCB-4154-9B87-0C139ABE82FB}"/>
              </a:ext>
            </a:extLst>
          </p:cNvPr>
          <p:cNvSpPr/>
          <p:nvPr/>
        </p:nvSpPr>
        <p:spPr>
          <a:xfrm>
            <a:off x="4004120" y="3919765"/>
            <a:ext cx="265494" cy="265494"/>
          </a:xfrm>
          <a:prstGeom prst="flowChartOffpage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流程图: 离页连接符 42">
            <a:extLst>
              <a:ext uri="{FF2B5EF4-FFF2-40B4-BE49-F238E27FC236}">
                <a16:creationId xmlns:a16="http://schemas.microsoft.com/office/drawing/2014/main" id="{F7175FB9-F0DE-4DBC-9752-1666D7727A3F}"/>
              </a:ext>
            </a:extLst>
          </p:cNvPr>
          <p:cNvSpPr/>
          <p:nvPr/>
        </p:nvSpPr>
        <p:spPr>
          <a:xfrm>
            <a:off x="5963311" y="3923984"/>
            <a:ext cx="265494" cy="265494"/>
          </a:xfrm>
          <a:prstGeom prst="flowChartOffpage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流程图: 离页连接符 43">
            <a:extLst>
              <a:ext uri="{FF2B5EF4-FFF2-40B4-BE49-F238E27FC236}">
                <a16:creationId xmlns:a16="http://schemas.microsoft.com/office/drawing/2014/main" id="{42A3E3EE-F15C-489F-A1E4-BC35CA6997DD}"/>
              </a:ext>
            </a:extLst>
          </p:cNvPr>
          <p:cNvSpPr/>
          <p:nvPr/>
        </p:nvSpPr>
        <p:spPr>
          <a:xfrm>
            <a:off x="7876047" y="3923984"/>
            <a:ext cx="265494" cy="265494"/>
          </a:xfrm>
          <a:prstGeom prst="flowChartOffpage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B922FEF-2DEC-4BA9-BBC8-1F537FCA75B3}"/>
              </a:ext>
            </a:extLst>
          </p:cNvPr>
          <p:cNvSpPr/>
          <p:nvPr/>
        </p:nvSpPr>
        <p:spPr>
          <a:xfrm>
            <a:off x="3952139" y="4404682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F759BDE-49BD-48B7-8A56-57D2A579A313}"/>
              </a:ext>
            </a:extLst>
          </p:cNvPr>
          <p:cNvSpPr/>
          <p:nvPr/>
        </p:nvSpPr>
        <p:spPr>
          <a:xfrm>
            <a:off x="5911195" y="4404682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01C86E2-8867-41AB-9E1D-BBB6DA19DDEB}"/>
              </a:ext>
            </a:extLst>
          </p:cNvPr>
          <p:cNvSpPr/>
          <p:nvPr/>
        </p:nvSpPr>
        <p:spPr>
          <a:xfrm>
            <a:off x="7824066" y="4404068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8" name="流程图: 离页连接符 47">
            <a:extLst>
              <a:ext uri="{FF2B5EF4-FFF2-40B4-BE49-F238E27FC236}">
                <a16:creationId xmlns:a16="http://schemas.microsoft.com/office/drawing/2014/main" id="{3F81499C-EC9A-4337-9B9E-6CE7D3030603}"/>
              </a:ext>
            </a:extLst>
          </p:cNvPr>
          <p:cNvSpPr/>
          <p:nvPr/>
        </p:nvSpPr>
        <p:spPr>
          <a:xfrm>
            <a:off x="5022138" y="4972321"/>
            <a:ext cx="265494" cy="265494"/>
          </a:xfrm>
          <a:prstGeom prst="flowChartOffpage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A11E24F-8AD0-4642-8AAF-E7D34B8ABCDE}"/>
              </a:ext>
            </a:extLst>
          </p:cNvPr>
          <p:cNvSpPr/>
          <p:nvPr/>
        </p:nvSpPr>
        <p:spPr>
          <a:xfrm>
            <a:off x="4970157" y="5370205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50" name="流程图: 离页连接符 49">
            <a:extLst>
              <a:ext uri="{FF2B5EF4-FFF2-40B4-BE49-F238E27FC236}">
                <a16:creationId xmlns:a16="http://schemas.microsoft.com/office/drawing/2014/main" id="{BA8F38A2-1A32-4EB6-A393-F3944EF97C83}"/>
              </a:ext>
            </a:extLst>
          </p:cNvPr>
          <p:cNvSpPr/>
          <p:nvPr/>
        </p:nvSpPr>
        <p:spPr>
          <a:xfrm>
            <a:off x="5963175" y="5809557"/>
            <a:ext cx="265494" cy="265494"/>
          </a:xfrm>
          <a:prstGeom prst="flowChartOffpage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28DA3F3-513B-4C7F-ACAC-131116D74172}"/>
              </a:ext>
            </a:extLst>
          </p:cNvPr>
          <p:cNvSpPr/>
          <p:nvPr/>
        </p:nvSpPr>
        <p:spPr>
          <a:xfrm>
            <a:off x="5907999" y="6243837"/>
            <a:ext cx="369455" cy="369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717D149D-E102-44F0-8E9B-58EDB1493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10758"/>
            <a:ext cx="10882745" cy="678260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比特币中计算</a:t>
            </a:r>
            <a:r>
              <a:rPr lang="en-US" altLang="zh-CN" dirty="0">
                <a:latin typeface="Garamond" panose="02020404030301010803" pitchFamily="18" charset="0"/>
              </a:rPr>
              <a:t>Merkle Tree Root Hash</a:t>
            </a:r>
            <a:r>
              <a:rPr lang="zh-CN" altLang="en-US" dirty="0">
                <a:latin typeface="Garamond" panose="02020404030301010803" pitchFamily="18" charset="0"/>
              </a:rPr>
              <a:t>，如何通过并行计算加速？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1BFEB1E-B3A1-4A5A-AA0F-F9C57E8843EB}"/>
              </a:ext>
            </a:extLst>
          </p:cNvPr>
          <p:cNvSpPr txBox="1"/>
          <p:nvPr/>
        </p:nvSpPr>
        <p:spPr>
          <a:xfrm>
            <a:off x="2706982" y="2962940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Hash</a:t>
            </a:r>
            <a:endParaRPr lang="zh-CN" alt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81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build="p"/>
      <p:bldP spid="5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</a:rPr>
              <a:t>案例三</a:t>
            </a:r>
            <a:r>
              <a:rPr lang="en-US" altLang="zh-CN" dirty="0">
                <a:latin typeface="Garamond" panose="02020404030301010803" pitchFamily="18" charset="0"/>
              </a:rPr>
              <a:t>——2D-Grid Solver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15</a:t>
            </a:fld>
            <a:endParaRPr kumimoji="1"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40EBE6ED-EF45-403D-B900-C81CE2FD5EBB}"/>
              </a:ext>
            </a:extLst>
          </p:cNvPr>
          <p:cNvSpPr/>
          <p:nvPr/>
        </p:nvSpPr>
        <p:spPr>
          <a:xfrm>
            <a:off x="737280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CFC72C8-DC2D-4E70-BE0D-FC738BDB8FCA}"/>
              </a:ext>
            </a:extLst>
          </p:cNvPr>
          <p:cNvSpPr/>
          <p:nvPr/>
        </p:nvSpPr>
        <p:spPr>
          <a:xfrm>
            <a:off x="1115970" y="1584036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1A446FD-F425-499B-AAFC-ECAF6DC467B2}"/>
              </a:ext>
            </a:extLst>
          </p:cNvPr>
          <p:cNvSpPr/>
          <p:nvPr/>
        </p:nvSpPr>
        <p:spPr>
          <a:xfrm>
            <a:off x="733224" y="2013527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D755847-1F5D-4635-A8CC-523E070D98B5}"/>
              </a:ext>
            </a:extLst>
          </p:cNvPr>
          <p:cNvSpPr/>
          <p:nvPr/>
        </p:nvSpPr>
        <p:spPr>
          <a:xfrm>
            <a:off x="1115970" y="2013527"/>
            <a:ext cx="166254" cy="166254"/>
          </a:xfrm>
          <a:prstGeom prst="ellipse">
            <a:avLst/>
          </a:prstGeom>
          <a:solidFill>
            <a:srgbClr val="5B307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BECBA4D-42B6-4CAC-8E36-D991DC06AEBC}"/>
              </a:ext>
            </a:extLst>
          </p:cNvPr>
          <p:cNvSpPr/>
          <p:nvPr/>
        </p:nvSpPr>
        <p:spPr>
          <a:xfrm>
            <a:off x="1506061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AA0C8F7-3CF0-4E7F-B620-8EDF94095651}"/>
              </a:ext>
            </a:extLst>
          </p:cNvPr>
          <p:cNvSpPr/>
          <p:nvPr/>
        </p:nvSpPr>
        <p:spPr>
          <a:xfrm>
            <a:off x="1884751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B1B9E77-F6E3-49D8-AE37-E12748F251C0}"/>
              </a:ext>
            </a:extLst>
          </p:cNvPr>
          <p:cNvSpPr/>
          <p:nvPr/>
        </p:nvSpPr>
        <p:spPr>
          <a:xfrm>
            <a:off x="1502005" y="2013527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7149BA0-7D6C-46BB-B1EB-08874062703F}"/>
              </a:ext>
            </a:extLst>
          </p:cNvPr>
          <p:cNvSpPr/>
          <p:nvPr/>
        </p:nvSpPr>
        <p:spPr>
          <a:xfrm>
            <a:off x="1884751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156BE81-9854-46C0-8BAF-27BDEBF9F6F7}"/>
              </a:ext>
            </a:extLst>
          </p:cNvPr>
          <p:cNvSpPr/>
          <p:nvPr/>
        </p:nvSpPr>
        <p:spPr>
          <a:xfrm>
            <a:off x="2267497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004F7A4-71F9-4A46-819B-94AA330AEE02}"/>
              </a:ext>
            </a:extLst>
          </p:cNvPr>
          <p:cNvSpPr/>
          <p:nvPr/>
        </p:nvSpPr>
        <p:spPr>
          <a:xfrm>
            <a:off x="2646187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B92D481-1F7D-4A68-AC57-BD2345C8208D}"/>
              </a:ext>
            </a:extLst>
          </p:cNvPr>
          <p:cNvSpPr/>
          <p:nvPr/>
        </p:nvSpPr>
        <p:spPr>
          <a:xfrm>
            <a:off x="2263441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3E8906C-F6B5-4E1D-878F-AF6E01B706AC}"/>
              </a:ext>
            </a:extLst>
          </p:cNvPr>
          <p:cNvSpPr/>
          <p:nvPr/>
        </p:nvSpPr>
        <p:spPr>
          <a:xfrm>
            <a:off x="2646187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D0D9704-1BF8-416F-8B66-450F07E5CDBA}"/>
              </a:ext>
            </a:extLst>
          </p:cNvPr>
          <p:cNvSpPr/>
          <p:nvPr/>
        </p:nvSpPr>
        <p:spPr>
          <a:xfrm>
            <a:off x="3036278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0E93D2D-AE13-490A-ADB3-05E60182B62F}"/>
              </a:ext>
            </a:extLst>
          </p:cNvPr>
          <p:cNvSpPr/>
          <p:nvPr/>
        </p:nvSpPr>
        <p:spPr>
          <a:xfrm>
            <a:off x="3414968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620C372-29BF-4132-9861-449143BFD90D}"/>
              </a:ext>
            </a:extLst>
          </p:cNvPr>
          <p:cNvSpPr/>
          <p:nvPr/>
        </p:nvSpPr>
        <p:spPr>
          <a:xfrm>
            <a:off x="3032222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34810F3-0F08-4E95-9105-FA6B44BEC864}"/>
              </a:ext>
            </a:extLst>
          </p:cNvPr>
          <p:cNvSpPr/>
          <p:nvPr/>
        </p:nvSpPr>
        <p:spPr>
          <a:xfrm>
            <a:off x="3414968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02C75A2-1CA7-41D1-B109-A9BE1B0C695D}"/>
              </a:ext>
            </a:extLst>
          </p:cNvPr>
          <p:cNvSpPr/>
          <p:nvPr/>
        </p:nvSpPr>
        <p:spPr>
          <a:xfrm>
            <a:off x="3797714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24DDB7D8-C5D8-4FB2-8102-55F3F431B377}"/>
              </a:ext>
            </a:extLst>
          </p:cNvPr>
          <p:cNvSpPr/>
          <p:nvPr/>
        </p:nvSpPr>
        <p:spPr>
          <a:xfrm>
            <a:off x="4176404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7AFEB7BC-396F-4EAC-BCCE-6F55F181D489}"/>
              </a:ext>
            </a:extLst>
          </p:cNvPr>
          <p:cNvSpPr/>
          <p:nvPr/>
        </p:nvSpPr>
        <p:spPr>
          <a:xfrm>
            <a:off x="3793658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450E85D2-E978-4202-AFF6-C8CC07B3B002}"/>
              </a:ext>
            </a:extLst>
          </p:cNvPr>
          <p:cNvSpPr/>
          <p:nvPr/>
        </p:nvSpPr>
        <p:spPr>
          <a:xfrm>
            <a:off x="4176404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D6FB074A-B8D5-4777-AC96-904CFACD3E33}"/>
              </a:ext>
            </a:extLst>
          </p:cNvPr>
          <p:cNvSpPr/>
          <p:nvPr/>
        </p:nvSpPr>
        <p:spPr>
          <a:xfrm>
            <a:off x="4566495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99C2F244-6F92-42FA-83AA-F9946CE5E11E}"/>
              </a:ext>
            </a:extLst>
          </p:cNvPr>
          <p:cNvSpPr/>
          <p:nvPr/>
        </p:nvSpPr>
        <p:spPr>
          <a:xfrm>
            <a:off x="4945185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CD08E8AB-22BE-461C-A263-6376ACE80714}"/>
              </a:ext>
            </a:extLst>
          </p:cNvPr>
          <p:cNvSpPr/>
          <p:nvPr/>
        </p:nvSpPr>
        <p:spPr>
          <a:xfrm>
            <a:off x="4562439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8225788-A402-4875-BB54-52AF4228930B}"/>
              </a:ext>
            </a:extLst>
          </p:cNvPr>
          <p:cNvSpPr/>
          <p:nvPr/>
        </p:nvSpPr>
        <p:spPr>
          <a:xfrm>
            <a:off x="4945185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CEBC51D1-6A3F-4C63-A1FF-45876EE42E4C}"/>
              </a:ext>
            </a:extLst>
          </p:cNvPr>
          <p:cNvSpPr/>
          <p:nvPr/>
        </p:nvSpPr>
        <p:spPr>
          <a:xfrm>
            <a:off x="733224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BEDB503C-3470-4B82-A6CE-99B25F8756E1}"/>
              </a:ext>
            </a:extLst>
          </p:cNvPr>
          <p:cNvSpPr/>
          <p:nvPr/>
        </p:nvSpPr>
        <p:spPr>
          <a:xfrm>
            <a:off x="1111914" y="2448947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8C2AD070-D28E-4633-A556-2980B322178D}"/>
              </a:ext>
            </a:extLst>
          </p:cNvPr>
          <p:cNvSpPr/>
          <p:nvPr/>
        </p:nvSpPr>
        <p:spPr>
          <a:xfrm>
            <a:off x="729168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4DC94D0B-DA74-4CF5-A636-CBE8EBDCF677}"/>
              </a:ext>
            </a:extLst>
          </p:cNvPr>
          <p:cNvSpPr/>
          <p:nvPr/>
        </p:nvSpPr>
        <p:spPr>
          <a:xfrm>
            <a:off x="1111914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B1A94E54-58B0-41DE-B79D-A5FF8950D944}"/>
              </a:ext>
            </a:extLst>
          </p:cNvPr>
          <p:cNvSpPr/>
          <p:nvPr/>
        </p:nvSpPr>
        <p:spPr>
          <a:xfrm>
            <a:off x="1502005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8213FA24-1386-4DDD-8C50-E46F4400C9D2}"/>
              </a:ext>
            </a:extLst>
          </p:cNvPr>
          <p:cNvSpPr/>
          <p:nvPr/>
        </p:nvSpPr>
        <p:spPr>
          <a:xfrm>
            <a:off x="1880695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78A741B2-6F7F-4C74-BFB7-65BCE0350E98}"/>
              </a:ext>
            </a:extLst>
          </p:cNvPr>
          <p:cNvSpPr/>
          <p:nvPr/>
        </p:nvSpPr>
        <p:spPr>
          <a:xfrm>
            <a:off x="1497949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1EC4FF5A-1BE2-4908-8D87-D0F8475F7B43}"/>
              </a:ext>
            </a:extLst>
          </p:cNvPr>
          <p:cNvSpPr/>
          <p:nvPr/>
        </p:nvSpPr>
        <p:spPr>
          <a:xfrm>
            <a:off x="1880695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ABE66C52-7813-46DE-A830-900320E79AA1}"/>
              </a:ext>
            </a:extLst>
          </p:cNvPr>
          <p:cNvSpPr/>
          <p:nvPr/>
        </p:nvSpPr>
        <p:spPr>
          <a:xfrm>
            <a:off x="2263441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FAF8A9E2-F104-419B-91EB-6909C1E5F018}"/>
              </a:ext>
            </a:extLst>
          </p:cNvPr>
          <p:cNvSpPr/>
          <p:nvPr/>
        </p:nvSpPr>
        <p:spPr>
          <a:xfrm>
            <a:off x="2642131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956299B8-98DA-4BA7-8247-A8B7C76401AE}"/>
              </a:ext>
            </a:extLst>
          </p:cNvPr>
          <p:cNvSpPr/>
          <p:nvPr/>
        </p:nvSpPr>
        <p:spPr>
          <a:xfrm>
            <a:off x="2259385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91FAB18C-6A6F-4E35-86E8-3DC25DBEEC07}"/>
              </a:ext>
            </a:extLst>
          </p:cNvPr>
          <p:cNvSpPr/>
          <p:nvPr/>
        </p:nvSpPr>
        <p:spPr>
          <a:xfrm>
            <a:off x="2642131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07641AC5-2F9B-4641-BDAA-97B3BE305164}"/>
              </a:ext>
            </a:extLst>
          </p:cNvPr>
          <p:cNvSpPr/>
          <p:nvPr/>
        </p:nvSpPr>
        <p:spPr>
          <a:xfrm>
            <a:off x="3032222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E93BF953-DF92-43A6-869F-0F090BA742B6}"/>
              </a:ext>
            </a:extLst>
          </p:cNvPr>
          <p:cNvSpPr/>
          <p:nvPr/>
        </p:nvSpPr>
        <p:spPr>
          <a:xfrm>
            <a:off x="3410912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0CE7CC8F-9F35-4E5B-978A-0752CB988E41}"/>
              </a:ext>
            </a:extLst>
          </p:cNvPr>
          <p:cNvSpPr/>
          <p:nvPr/>
        </p:nvSpPr>
        <p:spPr>
          <a:xfrm>
            <a:off x="3028166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C296D60D-6187-4FBE-A4B1-156A4A1E11A7}"/>
              </a:ext>
            </a:extLst>
          </p:cNvPr>
          <p:cNvSpPr/>
          <p:nvPr/>
        </p:nvSpPr>
        <p:spPr>
          <a:xfrm>
            <a:off x="3410912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E0B25B19-5C13-4884-99C5-0CBE8C8DFDF1}"/>
              </a:ext>
            </a:extLst>
          </p:cNvPr>
          <p:cNvSpPr/>
          <p:nvPr/>
        </p:nvSpPr>
        <p:spPr>
          <a:xfrm>
            <a:off x="3793658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D14886A0-7384-4452-BF15-C83F375F7530}"/>
              </a:ext>
            </a:extLst>
          </p:cNvPr>
          <p:cNvSpPr/>
          <p:nvPr/>
        </p:nvSpPr>
        <p:spPr>
          <a:xfrm>
            <a:off x="4172348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9E583644-FBDC-4FE8-BC96-F9F74339DFFD}"/>
              </a:ext>
            </a:extLst>
          </p:cNvPr>
          <p:cNvSpPr/>
          <p:nvPr/>
        </p:nvSpPr>
        <p:spPr>
          <a:xfrm>
            <a:off x="3789602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D0B5B7B3-FC84-4471-904C-568BD16EB201}"/>
              </a:ext>
            </a:extLst>
          </p:cNvPr>
          <p:cNvSpPr/>
          <p:nvPr/>
        </p:nvSpPr>
        <p:spPr>
          <a:xfrm>
            <a:off x="4172348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D4655B67-1BCD-4E2A-91D3-2F6E566337E9}"/>
              </a:ext>
            </a:extLst>
          </p:cNvPr>
          <p:cNvSpPr/>
          <p:nvPr/>
        </p:nvSpPr>
        <p:spPr>
          <a:xfrm>
            <a:off x="4562439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19FADF3B-BA86-45D8-9037-0B16FDC69B8A}"/>
              </a:ext>
            </a:extLst>
          </p:cNvPr>
          <p:cNvSpPr/>
          <p:nvPr/>
        </p:nvSpPr>
        <p:spPr>
          <a:xfrm>
            <a:off x="4941129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21F26D16-5AF7-49C9-8B57-50B1D5CAF850}"/>
              </a:ext>
            </a:extLst>
          </p:cNvPr>
          <p:cNvSpPr/>
          <p:nvPr/>
        </p:nvSpPr>
        <p:spPr>
          <a:xfrm>
            <a:off x="4558383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00CA009E-FD0E-41B2-967A-1A05D05B99AE}"/>
              </a:ext>
            </a:extLst>
          </p:cNvPr>
          <p:cNvSpPr/>
          <p:nvPr/>
        </p:nvSpPr>
        <p:spPr>
          <a:xfrm>
            <a:off x="4941129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EDA6AC81-DE4A-4D01-A833-2CFC66BE5050}"/>
              </a:ext>
            </a:extLst>
          </p:cNvPr>
          <p:cNvSpPr/>
          <p:nvPr/>
        </p:nvSpPr>
        <p:spPr>
          <a:xfrm>
            <a:off x="741336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A80C5B02-B3A0-4891-89F1-D142D79CB342}"/>
              </a:ext>
            </a:extLst>
          </p:cNvPr>
          <p:cNvSpPr/>
          <p:nvPr/>
        </p:nvSpPr>
        <p:spPr>
          <a:xfrm>
            <a:off x="1120026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F4AFE9EC-5F47-4F45-BB87-68BD3578EB00}"/>
              </a:ext>
            </a:extLst>
          </p:cNvPr>
          <p:cNvSpPr/>
          <p:nvPr/>
        </p:nvSpPr>
        <p:spPr>
          <a:xfrm>
            <a:off x="737280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5E536134-2649-43CD-8660-3028ED4CD33E}"/>
              </a:ext>
            </a:extLst>
          </p:cNvPr>
          <p:cNvSpPr/>
          <p:nvPr/>
        </p:nvSpPr>
        <p:spPr>
          <a:xfrm>
            <a:off x="1120026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26A8DF1B-DAA6-4347-84F8-9909FA3D12BE}"/>
              </a:ext>
            </a:extLst>
          </p:cNvPr>
          <p:cNvSpPr/>
          <p:nvPr/>
        </p:nvSpPr>
        <p:spPr>
          <a:xfrm>
            <a:off x="1510117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CD1F668D-124B-48DB-9F8A-F413CABA29B8}"/>
              </a:ext>
            </a:extLst>
          </p:cNvPr>
          <p:cNvSpPr/>
          <p:nvPr/>
        </p:nvSpPr>
        <p:spPr>
          <a:xfrm>
            <a:off x="1888807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FC72A7F4-9254-4966-B1D8-CEE8E1DCA317}"/>
              </a:ext>
            </a:extLst>
          </p:cNvPr>
          <p:cNvSpPr/>
          <p:nvPr/>
        </p:nvSpPr>
        <p:spPr>
          <a:xfrm>
            <a:off x="1506061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3745D0A1-73D2-46A3-AFC5-210BFB3CE56B}"/>
              </a:ext>
            </a:extLst>
          </p:cNvPr>
          <p:cNvSpPr/>
          <p:nvPr/>
        </p:nvSpPr>
        <p:spPr>
          <a:xfrm>
            <a:off x="1888807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0EA838DF-C34B-4027-BE92-E06102B18971}"/>
              </a:ext>
            </a:extLst>
          </p:cNvPr>
          <p:cNvSpPr/>
          <p:nvPr/>
        </p:nvSpPr>
        <p:spPr>
          <a:xfrm>
            <a:off x="2271553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1429F445-2680-4621-98F4-45BC63C5AF9F}"/>
              </a:ext>
            </a:extLst>
          </p:cNvPr>
          <p:cNvSpPr/>
          <p:nvPr/>
        </p:nvSpPr>
        <p:spPr>
          <a:xfrm>
            <a:off x="2650243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67CE8D72-AD0A-4B3B-8FA4-4A8EF027F328}"/>
              </a:ext>
            </a:extLst>
          </p:cNvPr>
          <p:cNvSpPr/>
          <p:nvPr/>
        </p:nvSpPr>
        <p:spPr>
          <a:xfrm>
            <a:off x="2267497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C5A74B8B-53A0-40FE-A993-F904CBB83093}"/>
              </a:ext>
            </a:extLst>
          </p:cNvPr>
          <p:cNvSpPr/>
          <p:nvPr/>
        </p:nvSpPr>
        <p:spPr>
          <a:xfrm>
            <a:off x="2650243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B3E0640E-4B7D-4204-8644-7D15B7820E3E}"/>
              </a:ext>
            </a:extLst>
          </p:cNvPr>
          <p:cNvSpPr/>
          <p:nvPr/>
        </p:nvSpPr>
        <p:spPr>
          <a:xfrm>
            <a:off x="3040334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E5312A04-9817-476D-9BEB-DA939AA227EC}"/>
              </a:ext>
            </a:extLst>
          </p:cNvPr>
          <p:cNvSpPr/>
          <p:nvPr/>
        </p:nvSpPr>
        <p:spPr>
          <a:xfrm>
            <a:off x="3419024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50593689-FA27-46BB-87BE-04B6C6D8321C}"/>
              </a:ext>
            </a:extLst>
          </p:cNvPr>
          <p:cNvSpPr/>
          <p:nvPr/>
        </p:nvSpPr>
        <p:spPr>
          <a:xfrm>
            <a:off x="3036278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DD0AEDE8-DF48-408B-BDE4-09FD8288881B}"/>
              </a:ext>
            </a:extLst>
          </p:cNvPr>
          <p:cNvSpPr/>
          <p:nvPr/>
        </p:nvSpPr>
        <p:spPr>
          <a:xfrm>
            <a:off x="3419024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6208DE54-F48B-41D9-89AF-0551BCE2AC7D}"/>
              </a:ext>
            </a:extLst>
          </p:cNvPr>
          <p:cNvSpPr/>
          <p:nvPr/>
        </p:nvSpPr>
        <p:spPr>
          <a:xfrm>
            <a:off x="3801770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9615C912-3FF3-497C-866F-367993E6557D}"/>
              </a:ext>
            </a:extLst>
          </p:cNvPr>
          <p:cNvSpPr/>
          <p:nvPr/>
        </p:nvSpPr>
        <p:spPr>
          <a:xfrm>
            <a:off x="4180460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0DBB1586-29B6-4EA1-A245-8BBA25574395}"/>
              </a:ext>
            </a:extLst>
          </p:cNvPr>
          <p:cNvSpPr/>
          <p:nvPr/>
        </p:nvSpPr>
        <p:spPr>
          <a:xfrm>
            <a:off x="3797714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1D729459-19D7-440E-94C2-60D3CFDC747B}"/>
              </a:ext>
            </a:extLst>
          </p:cNvPr>
          <p:cNvSpPr/>
          <p:nvPr/>
        </p:nvSpPr>
        <p:spPr>
          <a:xfrm>
            <a:off x="4180460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214DB4E2-432D-4399-8C3D-53865A705BB5}"/>
              </a:ext>
            </a:extLst>
          </p:cNvPr>
          <p:cNvSpPr/>
          <p:nvPr/>
        </p:nvSpPr>
        <p:spPr>
          <a:xfrm>
            <a:off x="4570551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AE20B8CF-BE7F-462A-B1F6-2C0A6616799B}"/>
              </a:ext>
            </a:extLst>
          </p:cNvPr>
          <p:cNvSpPr/>
          <p:nvPr/>
        </p:nvSpPr>
        <p:spPr>
          <a:xfrm>
            <a:off x="4949241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075259D9-EB33-4384-9C55-71B1237C8867}"/>
              </a:ext>
            </a:extLst>
          </p:cNvPr>
          <p:cNvSpPr/>
          <p:nvPr/>
        </p:nvSpPr>
        <p:spPr>
          <a:xfrm>
            <a:off x="4566495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243F9D1A-892E-4A86-A670-51BFFBCB452D}"/>
              </a:ext>
            </a:extLst>
          </p:cNvPr>
          <p:cNvSpPr/>
          <p:nvPr/>
        </p:nvSpPr>
        <p:spPr>
          <a:xfrm>
            <a:off x="4949241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B6952FAF-C16D-417B-8DED-F520EF92B217}"/>
              </a:ext>
            </a:extLst>
          </p:cNvPr>
          <p:cNvSpPr/>
          <p:nvPr/>
        </p:nvSpPr>
        <p:spPr>
          <a:xfrm>
            <a:off x="737280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4ED24A40-A407-420A-9674-17756994023E}"/>
              </a:ext>
            </a:extLst>
          </p:cNvPr>
          <p:cNvSpPr/>
          <p:nvPr/>
        </p:nvSpPr>
        <p:spPr>
          <a:xfrm>
            <a:off x="1115970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40716C9E-257B-47E0-A1C3-28D0F4187934}"/>
              </a:ext>
            </a:extLst>
          </p:cNvPr>
          <p:cNvSpPr/>
          <p:nvPr/>
        </p:nvSpPr>
        <p:spPr>
          <a:xfrm>
            <a:off x="733224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8DA0A450-ECA5-4C56-98DA-E356E0D837AF}"/>
              </a:ext>
            </a:extLst>
          </p:cNvPr>
          <p:cNvSpPr/>
          <p:nvPr/>
        </p:nvSpPr>
        <p:spPr>
          <a:xfrm>
            <a:off x="1115970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8436D551-070A-4157-AC9A-CA5F79061432}"/>
              </a:ext>
            </a:extLst>
          </p:cNvPr>
          <p:cNvSpPr/>
          <p:nvPr/>
        </p:nvSpPr>
        <p:spPr>
          <a:xfrm>
            <a:off x="1506061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D013800D-4963-4258-A4C6-BE2EC300B432}"/>
              </a:ext>
            </a:extLst>
          </p:cNvPr>
          <p:cNvSpPr/>
          <p:nvPr/>
        </p:nvSpPr>
        <p:spPr>
          <a:xfrm>
            <a:off x="1884751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650ED918-BCB4-48C4-8A76-0EA7A9F881A9}"/>
              </a:ext>
            </a:extLst>
          </p:cNvPr>
          <p:cNvSpPr/>
          <p:nvPr/>
        </p:nvSpPr>
        <p:spPr>
          <a:xfrm>
            <a:off x="1502005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00E21B8C-9774-4D89-9D62-811A2125006C}"/>
              </a:ext>
            </a:extLst>
          </p:cNvPr>
          <p:cNvSpPr/>
          <p:nvPr/>
        </p:nvSpPr>
        <p:spPr>
          <a:xfrm>
            <a:off x="1884751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5CF708DD-F6B9-486E-BA39-65D99820B785}"/>
              </a:ext>
            </a:extLst>
          </p:cNvPr>
          <p:cNvSpPr/>
          <p:nvPr/>
        </p:nvSpPr>
        <p:spPr>
          <a:xfrm>
            <a:off x="2267497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D5EFBB33-A99C-446F-B5C1-59668AF8516C}"/>
              </a:ext>
            </a:extLst>
          </p:cNvPr>
          <p:cNvSpPr/>
          <p:nvPr/>
        </p:nvSpPr>
        <p:spPr>
          <a:xfrm>
            <a:off x="2646187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0E7FBF8D-1384-481B-AC0A-24D476F6CD18}"/>
              </a:ext>
            </a:extLst>
          </p:cNvPr>
          <p:cNvSpPr/>
          <p:nvPr/>
        </p:nvSpPr>
        <p:spPr>
          <a:xfrm>
            <a:off x="2263441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15A9D3C6-BC51-4137-A649-1A7DA40E1192}"/>
              </a:ext>
            </a:extLst>
          </p:cNvPr>
          <p:cNvSpPr/>
          <p:nvPr/>
        </p:nvSpPr>
        <p:spPr>
          <a:xfrm>
            <a:off x="2646187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395F9FA7-AA5B-4F15-97C0-E83A419D138A}"/>
              </a:ext>
            </a:extLst>
          </p:cNvPr>
          <p:cNvSpPr/>
          <p:nvPr/>
        </p:nvSpPr>
        <p:spPr>
          <a:xfrm>
            <a:off x="3036278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51BEB742-7B25-47D0-9CBD-40385E637555}"/>
              </a:ext>
            </a:extLst>
          </p:cNvPr>
          <p:cNvSpPr/>
          <p:nvPr/>
        </p:nvSpPr>
        <p:spPr>
          <a:xfrm>
            <a:off x="3414968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ACB71D8F-B709-45BC-8162-88820F8841C2}"/>
              </a:ext>
            </a:extLst>
          </p:cNvPr>
          <p:cNvSpPr/>
          <p:nvPr/>
        </p:nvSpPr>
        <p:spPr>
          <a:xfrm>
            <a:off x="3032222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CE0319E2-358F-41CD-A932-7477F88236E9}"/>
              </a:ext>
            </a:extLst>
          </p:cNvPr>
          <p:cNvSpPr/>
          <p:nvPr/>
        </p:nvSpPr>
        <p:spPr>
          <a:xfrm>
            <a:off x="3414968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0524E387-A0C5-4644-B9FD-1B0FF33F1FA4}"/>
              </a:ext>
            </a:extLst>
          </p:cNvPr>
          <p:cNvSpPr/>
          <p:nvPr/>
        </p:nvSpPr>
        <p:spPr>
          <a:xfrm>
            <a:off x="3797714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09D4E9E7-D777-47AA-9FCA-CD2157B9A0BC}"/>
              </a:ext>
            </a:extLst>
          </p:cNvPr>
          <p:cNvSpPr/>
          <p:nvPr/>
        </p:nvSpPr>
        <p:spPr>
          <a:xfrm>
            <a:off x="4176404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7AA84512-54BA-40B3-95FC-FFC5D5A0FEE7}"/>
              </a:ext>
            </a:extLst>
          </p:cNvPr>
          <p:cNvSpPr/>
          <p:nvPr/>
        </p:nvSpPr>
        <p:spPr>
          <a:xfrm>
            <a:off x="3793658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FA6BDD8C-48A7-4BE1-A0EC-4927FDC04364}"/>
              </a:ext>
            </a:extLst>
          </p:cNvPr>
          <p:cNvSpPr/>
          <p:nvPr/>
        </p:nvSpPr>
        <p:spPr>
          <a:xfrm>
            <a:off x="4176404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107481AD-08EB-4662-B579-5DC2897B0085}"/>
              </a:ext>
            </a:extLst>
          </p:cNvPr>
          <p:cNvSpPr/>
          <p:nvPr/>
        </p:nvSpPr>
        <p:spPr>
          <a:xfrm>
            <a:off x="4566495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FD648F29-79D9-41F7-ADE7-50FCB86C9C6A}"/>
              </a:ext>
            </a:extLst>
          </p:cNvPr>
          <p:cNvSpPr/>
          <p:nvPr/>
        </p:nvSpPr>
        <p:spPr>
          <a:xfrm>
            <a:off x="4945185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9B7B5CC7-124B-4990-B44D-7BCFF5CDB6F3}"/>
              </a:ext>
            </a:extLst>
          </p:cNvPr>
          <p:cNvSpPr/>
          <p:nvPr/>
        </p:nvSpPr>
        <p:spPr>
          <a:xfrm>
            <a:off x="4562439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CC387AAA-C567-4277-8A3E-681E20B2616A}"/>
              </a:ext>
            </a:extLst>
          </p:cNvPr>
          <p:cNvSpPr/>
          <p:nvPr/>
        </p:nvSpPr>
        <p:spPr>
          <a:xfrm>
            <a:off x="4945185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2C502C8D-F820-447B-87D6-0EBD1B188BE3}"/>
              </a:ext>
            </a:extLst>
          </p:cNvPr>
          <p:cNvSpPr/>
          <p:nvPr/>
        </p:nvSpPr>
        <p:spPr>
          <a:xfrm>
            <a:off x="745392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07C62862-FBCD-4366-BADA-A4DC8165ABD9}"/>
              </a:ext>
            </a:extLst>
          </p:cNvPr>
          <p:cNvSpPr/>
          <p:nvPr/>
        </p:nvSpPr>
        <p:spPr>
          <a:xfrm>
            <a:off x="1124082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14FE1F51-9AED-4972-AA9B-7479FBDA24A7}"/>
              </a:ext>
            </a:extLst>
          </p:cNvPr>
          <p:cNvSpPr/>
          <p:nvPr/>
        </p:nvSpPr>
        <p:spPr>
          <a:xfrm>
            <a:off x="741336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B591D431-CBD0-4421-A67E-AC96C9D49ABD}"/>
              </a:ext>
            </a:extLst>
          </p:cNvPr>
          <p:cNvSpPr/>
          <p:nvPr/>
        </p:nvSpPr>
        <p:spPr>
          <a:xfrm>
            <a:off x="1124082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9115E0F0-CE1D-4C58-A729-B200A932B26F}"/>
              </a:ext>
            </a:extLst>
          </p:cNvPr>
          <p:cNvSpPr/>
          <p:nvPr/>
        </p:nvSpPr>
        <p:spPr>
          <a:xfrm>
            <a:off x="1514173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椭圆 138">
            <a:extLst>
              <a:ext uri="{FF2B5EF4-FFF2-40B4-BE49-F238E27FC236}">
                <a16:creationId xmlns:a16="http://schemas.microsoft.com/office/drawing/2014/main" id="{E44773C6-340A-4931-81DF-639A2D239940}"/>
              </a:ext>
            </a:extLst>
          </p:cNvPr>
          <p:cNvSpPr/>
          <p:nvPr/>
        </p:nvSpPr>
        <p:spPr>
          <a:xfrm>
            <a:off x="1892863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6DC35957-3A0C-4A5B-8899-70D2E9F31049}"/>
              </a:ext>
            </a:extLst>
          </p:cNvPr>
          <p:cNvSpPr/>
          <p:nvPr/>
        </p:nvSpPr>
        <p:spPr>
          <a:xfrm>
            <a:off x="1510117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E52FB3FC-02E9-4FEF-9FE3-94C42765DDAF}"/>
              </a:ext>
            </a:extLst>
          </p:cNvPr>
          <p:cNvSpPr/>
          <p:nvPr/>
        </p:nvSpPr>
        <p:spPr>
          <a:xfrm>
            <a:off x="1892863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DF26DCC6-7EB7-4988-9C24-6964B03EC3E8}"/>
              </a:ext>
            </a:extLst>
          </p:cNvPr>
          <p:cNvSpPr/>
          <p:nvPr/>
        </p:nvSpPr>
        <p:spPr>
          <a:xfrm>
            <a:off x="2275609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B9F280D7-7BBC-40C4-B477-C810F8217A90}"/>
              </a:ext>
            </a:extLst>
          </p:cNvPr>
          <p:cNvSpPr/>
          <p:nvPr/>
        </p:nvSpPr>
        <p:spPr>
          <a:xfrm>
            <a:off x="2654299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4840A073-895E-42D3-BB7C-DE21D5671169}"/>
              </a:ext>
            </a:extLst>
          </p:cNvPr>
          <p:cNvSpPr/>
          <p:nvPr/>
        </p:nvSpPr>
        <p:spPr>
          <a:xfrm>
            <a:off x="2271553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椭圆 144">
            <a:extLst>
              <a:ext uri="{FF2B5EF4-FFF2-40B4-BE49-F238E27FC236}">
                <a16:creationId xmlns:a16="http://schemas.microsoft.com/office/drawing/2014/main" id="{7F474DF1-0CB6-4740-A172-D9DCA2262CC2}"/>
              </a:ext>
            </a:extLst>
          </p:cNvPr>
          <p:cNvSpPr/>
          <p:nvPr/>
        </p:nvSpPr>
        <p:spPr>
          <a:xfrm>
            <a:off x="2654299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C640F062-0D3B-4CAF-97A0-8223E3F65607}"/>
              </a:ext>
            </a:extLst>
          </p:cNvPr>
          <p:cNvSpPr/>
          <p:nvPr/>
        </p:nvSpPr>
        <p:spPr>
          <a:xfrm>
            <a:off x="3044390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104621CB-4371-4279-9129-FFA6769E7991}"/>
              </a:ext>
            </a:extLst>
          </p:cNvPr>
          <p:cNvSpPr/>
          <p:nvPr/>
        </p:nvSpPr>
        <p:spPr>
          <a:xfrm>
            <a:off x="3423080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4E2BDCE7-6C03-4E30-80C7-748286F78A68}"/>
              </a:ext>
            </a:extLst>
          </p:cNvPr>
          <p:cNvSpPr/>
          <p:nvPr/>
        </p:nvSpPr>
        <p:spPr>
          <a:xfrm>
            <a:off x="3040334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58EF6A36-C4BE-4BA0-9328-8CC8CCE17B4C}"/>
              </a:ext>
            </a:extLst>
          </p:cNvPr>
          <p:cNvSpPr/>
          <p:nvPr/>
        </p:nvSpPr>
        <p:spPr>
          <a:xfrm>
            <a:off x="3423080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3325CBE8-1681-49D5-B04E-A9CB81D3BA35}"/>
              </a:ext>
            </a:extLst>
          </p:cNvPr>
          <p:cNvSpPr/>
          <p:nvPr/>
        </p:nvSpPr>
        <p:spPr>
          <a:xfrm>
            <a:off x="3805826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40B24871-748F-430C-8A9D-0F9EB859F69E}"/>
              </a:ext>
            </a:extLst>
          </p:cNvPr>
          <p:cNvSpPr/>
          <p:nvPr/>
        </p:nvSpPr>
        <p:spPr>
          <a:xfrm>
            <a:off x="4184516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5C153E21-2426-4C81-A5C2-2D401BCC9BF7}"/>
              </a:ext>
            </a:extLst>
          </p:cNvPr>
          <p:cNvSpPr/>
          <p:nvPr/>
        </p:nvSpPr>
        <p:spPr>
          <a:xfrm>
            <a:off x="3801770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692079AA-2C5B-49BA-B17F-0741083904C7}"/>
              </a:ext>
            </a:extLst>
          </p:cNvPr>
          <p:cNvSpPr/>
          <p:nvPr/>
        </p:nvSpPr>
        <p:spPr>
          <a:xfrm>
            <a:off x="4184516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40577B68-E619-491F-9D9D-A66DD10FF24C}"/>
              </a:ext>
            </a:extLst>
          </p:cNvPr>
          <p:cNvSpPr/>
          <p:nvPr/>
        </p:nvSpPr>
        <p:spPr>
          <a:xfrm>
            <a:off x="4574607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B8397640-EDCD-4351-97D6-C9CF52F48B8E}"/>
              </a:ext>
            </a:extLst>
          </p:cNvPr>
          <p:cNvSpPr/>
          <p:nvPr/>
        </p:nvSpPr>
        <p:spPr>
          <a:xfrm>
            <a:off x="4953297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4889B8F1-534D-492D-A537-6DB47A4C08BF}"/>
              </a:ext>
            </a:extLst>
          </p:cNvPr>
          <p:cNvSpPr/>
          <p:nvPr/>
        </p:nvSpPr>
        <p:spPr>
          <a:xfrm>
            <a:off x="4570551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>
            <a:extLst>
              <a:ext uri="{FF2B5EF4-FFF2-40B4-BE49-F238E27FC236}">
                <a16:creationId xmlns:a16="http://schemas.microsoft.com/office/drawing/2014/main" id="{F60B1E7D-DB0B-44A3-A3AA-E12EF913E7F9}"/>
              </a:ext>
            </a:extLst>
          </p:cNvPr>
          <p:cNvSpPr/>
          <p:nvPr/>
        </p:nvSpPr>
        <p:spPr>
          <a:xfrm>
            <a:off x="4953297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>
            <a:extLst>
              <a:ext uri="{FF2B5EF4-FFF2-40B4-BE49-F238E27FC236}">
                <a16:creationId xmlns:a16="http://schemas.microsoft.com/office/drawing/2014/main" id="{D38B76E2-0E0F-4CC2-A6D3-EF225924E12D}"/>
              </a:ext>
            </a:extLst>
          </p:cNvPr>
          <p:cNvSpPr/>
          <p:nvPr/>
        </p:nvSpPr>
        <p:spPr>
          <a:xfrm>
            <a:off x="741336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>
            <a:extLst>
              <a:ext uri="{FF2B5EF4-FFF2-40B4-BE49-F238E27FC236}">
                <a16:creationId xmlns:a16="http://schemas.microsoft.com/office/drawing/2014/main" id="{68817103-B59A-45D0-B099-C36DBA0DB366}"/>
              </a:ext>
            </a:extLst>
          </p:cNvPr>
          <p:cNvSpPr/>
          <p:nvPr/>
        </p:nvSpPr>
        <p:spPr>
          <a:xfrm>
            <a:off x="1120026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椭圆 159">
            <a:extLst>
              <a:ext uri="{FF2B5EF4-FFF2-40B4-BE49-F238E27FC236}">
                <a16:creationId xmlns:a16="http://schemas.microsoft.com/office/drawing/2014/main" id="{A4C5D0FC-85F5-4973-B64D-8283BB7A870F}"/>
              </a:ext>
            </a:extLst>
          </p:cNvPr>
          <p:cNvSpPr/>
          <p:nvPr/>
        </p:nvSpPr>
        <p:spPr>
          <a:xfrm>
            <a:off x="737280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5985DA51-B423-4641-8A11-49835530843D}"/>
              </a:ext>
            </a:extLst>
          </p:cNvPr>
          <p:cNvSpPr/>
          <p:nvPr/>
        </p:nvSpPr>
        <p:spPr>
          <a:xfrm>
            <a:off x="1120026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椭圆 161">
            <a:extLst>
              <a:ext uri="{FF2B5EF4-FFF2-40B4-BE49-F238E27FC236}">
                <a16:creationId xmlns:a16="http://schemas.microsoft.com/office/drawing/2014/main" id="{0CC1A288-1C4F-44A7-BD5F-C0E394865741}"/>
              </a:ext>
            </a:extLst>
          </p:cNvPr>
          <p:cNvSpPr/>
          <p:nvPr/>
        </p:nvSpPr>
        <p:spPr>
          <a:xfrm>
            <a:off x="1510117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B211232C-2C45-4E45-B903-E01F1C8173FB}"/>
              </a:ext>
            </a:extLst>
          </p:cNvPr>
          <p:cNvSpPr/>
          <p:nvPr/>
        </p:nvSpPr>
        <p:spPr>
          <a:xfrm>
            <a:off x="1888807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椭圆 163">
            <a:extLst>
              <a:ext uri="{FF2B5EF4-FFF2-40B4-BE49-F238E27FC236}">
                <a16:creationId xmlns:a16="http://schemas.microsoft.com/office/drawing/2014/main" id="{E3A790E1-1942-40F8-BAE4-0EB6B24A9DD6}"/>
              </a:ext>
            </a:extLst>
          </p:cNvPr>
          <p:cNvSpPr/>
          <p:nvPr/>
        </p:nvSpPr>
        <p:spPr>
          <a:xfrm>
            <a:off x="1506061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8F7ABD2C-35BD-449B-A848-D17C78066BF7}"/>
              </a:ext>
            </a:extLst>
          </p:cNvPr>
          <p:cNvSpPr/>
          <p:nvPr/>
        </p:nvSpPr>
        <p:spPr>
          <a:xfrm>
            <a:off x="1888807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椭圆 165">
            <a:extLst>
              <a:ext uri="{FF2B5EF4-FFF2-40B4-BE49-F238E27FC236}">
                <a16:creationId xmlns:a16="http://schemas.microsoft.com/office/drawing/2014/main" id="{A005E3C8-9A96-4781-9B44-FA54924EF207}"/>
              </a:ext>
            </a:extLst>
          </p:cNvPr>
          <p:cNvSpPr/>
          <p:nvPr/>
        </p:nvSpPr>
        <p:spPr>
          <a:xfrm>
            <a:off x="2271553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椭圆 166">
            <a:extLst>
              <a:ext uri="{FF2B5EF4-FFF2-40B4-BE49-F238E27FC236}">
                <a16:creationId xmlns:a16="http://schemas.microsoft.com/office/drawing/2014/main" id="{09AC4B53-D0C0-441D-82FD-4667BA599CD4}"/>
              </a:ext>
            </a:extLst>
          </p:cNvPr>
          <p:cNvSpPr/>
          <p:nvPr/>
        </p:nvSpPr>
        <p:spPr>
          <a:xfrm>
            <a:off x="2650243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椭圆 167">
            <a:extLst>
              <a:ext uri="{FF2B5EF4-FFF2-40B4-BE49-F238E27FC236}">
                <a16:creationId xmlns:a16="http://schemas.microsoft.com/office/drawing/2014/main" id="{D27879EB-4F20-4E8B-ABC0-3592B3A01D06}"/>
              </a:ext>
            </a:extLst>
          </p:cNvPr>
          <p:cNvSpPr/>
          <p:nvPr/>
        </p:nvSpPr>
        <p:spPr>
          <a:xfrm>
            <a:off x="2267497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椭圆 168">
            <a:extLst>
              <a:ext uri="{FF2B5EF4-FFF2-40B4-BE49-F238E27FC236}">
                <a16:creationId xmlns:a16="http://schemas.microsoft.com/office/drawing/2014/main" id="{FF66BCE7-A6AA-470F-8056-E9535E3ED16A}"/>
              </a:ext>
            </a:extLst>
          </p:cNvPr>
          <p:cNvSpPr/>
          <p:nvPr/>
        </p:nvSpPr>
        <p:spPr>
          <a:xfrm>
            <a:off x="2650243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椭圆 169">
            <a:extLst>
              <a:ext uri="{FF2B5EF4-FFF2-40B4-BE49-F238E27FC236}">
                <a16:creationId xmlns:a16="http://schemas.microsoft.com/office/drawing/2014/main" id="{48CDE396-6E62-485D-8398-BE1AD94BE238}"/>
              </a:ext>
            </a:extLst>
          </p:cNvPr>
          <p:cNvSpPr/>
          <p:nvPr/>
        </p:nvSpPr>
        <p:spPr>
          <a:xfrm>
            <a:off x="3040334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F150DD17-9106-4481-B7ED-F7D3ECCA81D5}"/>
              </a:ext>
            </a:extLst>
          </p:cNvPr>
          <p:cNvSpPr/>
          <p:nvPr/>
        </p:nvSpPr>
        <p:spPr>
          <a:xfrm>
            <a:off x="3419024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椭圆 171">
            <a:extLst>
              <a:ext uri="{FF2B5EF4-FFF2-40B4-BE49-F238E27FC236}">
                <a16:creationId xmlns:a16="http://schemas.microsoft.com/office/drawing/2014/main" id="{732990F7-27AC-4C62-B9CC-29F8F437505E}"/>
              </a:ext>
            </a:extLst>
          </p:cNvPr>
          <p:cNvSpPr/>
          <p:nvPr/>
        </p:nvSpPr>
        <p:spPr>
          <a:xfrm>
            <a:off x="3036278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椭圆 172">
            <a:extLst>
              <a:ext uri="{FF2B5EF4-FFF2-40B4-BE49-F238E27FC236}">
                <a16:creationId xmlns:a16="http://schemas.microsoft.com/office/drawing/2014/main" id="{5BF58181-E9BA-4795-92B2-CE807427A434}"/>
              </a:ext>
            </a:extLst>
          </p:cNvPr>
          <p:cNvSpPr/>
          <p:nvPr/>
        </p:nvSpPr>
        <p:spPr>
          <a:xfrm>
            <a:off x="3419024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椭圆 173">
            <a:extLst>
              <a:ext uri="{FF2B5EF4-FFF2-40B4-BE49-F238E27FC236}">
                <a16:creationId xmlns:a16="http://schemas.microsoft.com/office/drawing/2014/main" id="{A9CFDAD6-E965-494E-8BE9-A584EC1EA3FC}"/>
              </a:ext>
            </a:extLst>
          </p:cNvPr>
          <p:cNvSpPr/>
          <p:nvPr/>
        </p:nvSpPr>
        <p:spPr>
          <a:xfrm>
            <a:off x="3801770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椭圆 174">
            <a:extLst>
              <a:ext uri="{FF2B5EF4-FFF2-40B4-BE49-F238E27FC236}">
                <a16:creationId xmlns:a16="http://schemas.microsoft.com/office/drawing/2014/main" id="{98DA2A63-F938-4F4A-A80F-699F76216D9D}"/>
              </a:ext>
            </a:extLst>
          </p:cNvPr>
          <p:cNvSpPr/>
          <p:nvPr/>
        </p:nvSpPr>
        <p:spPr>
          <a:xfrm>
            <a:off x="4180460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椭圆 175">
            <a:extLst>
              <a:ext uri="{FF2B5EF4-FFF2-40B4-BE49-F238E27FC236}">
                <a16:creationId xmlns:a16="http://schemas.microsoft.com/office/drawing/2014/main" id="{C3252FDE-6A47-4B45-84A1-450ABA7B193F}"/>
              </a:ext>
            </a:extLst>
          </p:cNvPr>
          <p:cNvSpPr/>
          <p:nvPr/>
        </p:nvSpPr>
        <p:spPr>
          <a:xfrm>
            <a:off x="3797714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椭圆 176">
            <a:extLst>
              <a:ext uri="{FF2B5EF4-FFF2-40B4-BE49-F238E27FC236}">
                <a16:creationId xmlns:a16="http://schemas.microsoft.com/office/drawing/2014/main" id="{0E67442C-1B1D-4AB5-A81D-846AA8A565D9}"/>
              </a:ext>
            </a:extLst>
          </p:cNvPr>
          <p:cNvSpPr/>
          <p:nvPr/>
        </p:nvSpPr>
        <p:spPr>
          <a:xfrm>
            <a:off x="4180460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CBC436B4-0A8F-45FB-8B71-C605072C9FBF}"/>
              </a:ext>
            </a:extLst>
          </p:cNvPr>
          <p:cNvSpPr/>
          <p:nvPr/>
        </p:nvSpPr>
        <p:spPr>
          <a:xfrm>
            <a:off x="4570551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椭圆 178">
            <a:extLst>
              <a:ext uri="{FF2B5EF4-FFF2-40B4-BE49-F238E27FC236}">
                <a16:creationId xmlns:a16="http://schemas.microsoft.com/office/drawing/2014/main" id="{74675541-065D-4C8B-8207-0686425BFF7E}"/>
              </a:ext>
            </a:extLst>
          </p:cNvPr>
          <p:cNvSpPr/>
          <p:nvPr/>
        </p:nvSpPr>
        <p:spPr>
          <a:xfrm>
            <a:off x="4949241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椭圆 179">
            <a:extLst>
              <a:ext uri="{FF2B5EF4-FFF2-40B4-BE49-F238E27FC236}">
                <a16:creationId xmlns:a16="http://schemas.microsoft.com/office/drawing/2014/main" id="{D6E798E1-82C8-4A05-983B-6CC25E08F173}"/>
              </a:ext>
            </a:extLst>
          </p:cNvPr>
          <p:cNvSpPr/>
          <p:nvPr/>
        </p:nvSpPr>
        <p:spPr>
          <a:xfrm>
            <a:off x="4566495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椭圆 180">
            <a:extLst>
              <a:ext uri="{FF2B5EF4-FFF2-40B4-BE49-F238E27FC236}">
                <a16:creationId xmlns:a16="http://schemas.microsoft.com/office/drawing/2014/main" id="{34CEB0E7-987B-45C7-9F5A-420149F380B1}"/>
              </a:ext>
            </a:extLst>
          </p:cNvPr>
          <p:cNvSpPr/>
          <p:nvPr/>
        </p:nvSpPr>
        <p:spPr>
          <a:xfrm>
            <a:off x="4949241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D81F06A9-8212-4AB0-AFF0-DB227EAAEFD3}"/>
              </a:ext>
            </a:extLst>
          </p:cNvPr>
          <p:cNvCxnSpPr>
            <a:stCxn id="6" idx="4"/>
            <a:endCxn id="9" idx="0"/>
          </p:cNvCxnSpPr>
          <p:nvPr/>
        </p:nvCxnSpPr>
        <p:spPr>
          <a:xfrm>
            <a:off x="1199097" y="1750290"/>
            <a:ext cx="0" cy="2632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50E82BA8-4CBA-40C8-9CB0-C726C07FDA54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899478" y="2096654"/>
            <a:ext cx="2164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45DFDD8A-6B19-4413-92D7-8528FF70FA43}"/>
              </a:ext>
            </a:extLst>
          </p:cNvPr>
          <p:cNvCxnSpPr>
            <a:cxnSpLocks/>
            <a:stCxn id="39" idx="0"/>
            <a:endCxn id="9" idx="4"/>
          </p:cNvCxnSpPr>
          <p:nvPr/>
        </p:nvCxnSpPr>
        <p:spPr>
          <a:xfrm flipV="1">
            <a:off x="1195041" y="2179781"/>
            <a:ext cx="4056" cy="2691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382996FE-9547-4ED2-9AC6-10FDA2077EB4}"/>
              </a:ext>
            </a:extLst>
          </p:cNvPr>
          <p:cNvCxnSpPr>
            <a:cxnSpLocks/>
            <a:stCxn id="12" idx="2"/>
            <a:endCxn id="9" idx="6"/>
          </p:cNvCxnSpPr>
          <p:nvPr/>
        </p:nvCxnSpPr>
        <p:spPr>
          <a:xfrm flipH="1">
            <a:off x="1282224" y="2096654"/>
            <a:ext cx="2197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6CE73649-7DAE-4DB4-855A-9CFBE9FEB300}"/>
                  </a:ext>
                </a:extLst>
              </p:cNvPr>
              <p:cNvSpPr txBox="1"/>
              <p:nvPr/>
            </p:nvSpPr>
            <p:spPr>
              <a:xfrm>
                <a:off x="5369763" y="1544932"/>
                <a:ext cx="6588396" cy="8937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2200" dirty="0">
                    <a:latin typeface="Garamond" panose="02020404030301010803" pitchFamily="18" charset="0"/>
                    <a:ea typeface="Microsoft YaHei" panose="020B0503020204020204" pitchFamily="34" charset="-122"/>
                  </a:rPr>
                  <a:t>迭代</a:t>
                </a:r>
                <a14:m>
                  <m:oMath xmlns:m="http://schemas.openxmlformats.org/officeDocument/2006/math">
                    <m:r>
                      <a:rPr lang="zh-CN" altLang="en-US" sz="220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公式：</m:t>
                    </m:r>
                  </m:oMath>
                </a14:m>
                <a:endParaRPr lang="en-US" altLang="zh-CN" sz="2200" dirty="0">
                  <a:latin typeface="Garamond" panose="02020404030301010803" pitchFamily="18" charset="0"/>
                  <a:ea typeface="Microsoft YaHei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0.22 ∗ 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6CE73649-7DAE-4DB4-855A-9CFBE9FEB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763" y="1544932"/>
                <a:ext cx="6588396" cy="893771"/>
              </a:xfrm>
              <a:prstGeom prst="rect">
                <a:avLst/>
              </a:prstGeom>
              <a:blipFill>
                <a:blip r:embed="rId3"/>
                <a:stretch>
                  <a:fillRect l="-2590" t="-10204"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3" name="内容占位符 2">
            <a:extLst>
              <a:ext uri="{FF2B5EF4-FFF2-40B4-BE49-F238E27FC236}">
                <a16:creationId xmlns:a16="http://schemas.microsoft.com/office/drawing/2014/main" id="{074EDE99-C997-4960-A64A-E8E68774474C}"/>
              </a:ext>
            </a:extLst>
          </p:cNvPr>
          <p:cNvSpPr txBox="1">
            <a:spLocks/>
          </p:cNvSpPr>
          <p:nvPr/>
        </p:nvSpPr>
        <p:spPr>
          <a:xfrm>
            <a:off x="5428836" y="3684693"/>
            <a:ext cx="6588396" cy="67826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问题：如何切分任务，使得子任务间保持独立性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190" name="内容占位符 2">
            <a:extLst>
              <a:ext uri="{FF2B5EF4-FFF2-40B4-BE49-F238E27FC236}">
                <a16:creationId xmlns:a16="http://schemas.microsoft.com/office/drawing/2014/main" id="{1AFC192C-C73C-4D62-9425-3246DF57B76D}"/>
              </a:ext>
            </a:extLst>
          </p:cNvPr>
          <p:cNvSpPr txBox="1">
            <a:spLocks/>
          </p:cNvSpPr>
          <p:nvPr/>
        </p:nvSpPr>
        <p:spPr>
          <a:xfrm>
            <a:off x="5428836" y="3120255"/>
            <a:ext cx="5662173" cy="47338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问题：子任务间的依赖关系是什么？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195" name="内容占位符 2">
            <a:extLst>
              <a:ext uri="{FF2B5EF4-FFF2-40B4-BE49-F238E27FC236}">
                <a16:creationId xmlns:a16="http://schemas.microsoft.com/office/drawing/2014/main" id="{FF2ECC8B-EA48-4462-AF4E-E3F9BA3B6D98}"/>
              </a:ext>
            </a:extLst>
          </p:cNvPr>
          <p:cNvSpPr txBox="1">
            <a:spLocks/>
          </p:cNvSpPr>
          <p:nvPr/>
        </p:nvSpPr>
        <p:spPr>
          <a:xfrm>
            <a:off x="5417291" y="2571309"/>
            <a:ext cx="5662173" cy="47338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串行方法：遍历行和列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198" name="内容占位符 2">
            <a:extLst>
              <a:ext uri="{FF2B5EF4-FFF2-40B4-BE49-F238E27FC236}">
                <a16:creationId xmlns:a16="http://schemas.microsoft.com/office/drawing/2014/main" id="{07EF9466-3200-4BC3-A587-0F332CFA8E62}"/>
              </a:ext>
            </a:extLst>
          </p:cNvPr>
          <p:cNvSpPr txBox="1">
            <a:spLocks/>
          </p:cNvSpPr>
          <p:nvPr/>
        </p:nvSpPr>
        <p:spPr>
          <a:xfrm>
            <a:off x="9747309" y="1430471"/>
            <a:ext cx="2149076" cy="473383"/>
          </a:xfrm>
          <a:prstGeom prst="rect">
            <a:avLst/>
          </a:prstGeom>
          <a:solidFill>
            <a:srgbClr val="FFD700"/>
          </a:solidFill>
          <a:ln>
            <a:solidFill>
              <a:srgbClr val="0000CC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latin typeface="Garamond" panose="02020404030301010803" pitchFamily="18" charset="0"/>
              </a:rPr>
              <a:t>Gauss-Seidel</a:t>
            </a:r>
            <a:r>
              <a:rPr lang="zh-CN" altLang="en-US" dirty="0">
                <a:latin typeface="Garamond" panose="02020404030301010803" pitchFamily="18" charset="0"/>
              </a:rPr>
              <a:t>迭代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080B027C-6382-4A6D-9613-22438CE002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997" t="9151" r="15693" b="4119"/>
          <a:stretch/>
        </p:blipFill>
        <p:spPr>
          <a:xfrm>
            <a:off x="5807526" y="4219179"/>
            <a:ext cx="2387158" cy="2240349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FE4B4A15-3CBE-4EE2-B406-60DD22865AE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446" t="8026" r="17142" b="4406"/>
          <a:stretch/>
        </p:blipFill>
        <p:spPr>
          <a:xfrm>
            <a:off x="9449038" y="4212242"/>
            <a:ext cx="2348107" cy="2254222"/>
          </a:xfrm>
          <a:prstGeom prst="rect">
            <a:avLst/>
          </a:prstGeom>
        </p:spPr>
      </p:pic>
      <p:sp>
        <p:nvSpPr>
          <p:cNvPr id="36" name="箭头: 右 35">
            <a:extLst>
              <a:ext uri="{FF2B5EF4-FFF2-40B4-BE49-F238E27FC236}">
                <a16:creationId xmlns:a16="http://schemas.microsoft.com/office/drawing/2014/main" id="{D8E80389-C19A-404C-8897-1DCF876C3CEB}"/>
              </a:ext>
            </a:extLst>
          </p:cNvPr>
          <p:cNvSpPr/>
          <p:nvPr/>
        </p:nvSpPr>
        <p:spPr>
          <a:xfrm>
            <a:off x="8344094" y="5085955"/>
            <a:ext cx="1055844" cy="522988"/>
          </a:xfrm>
          <a:prstGeom prst="rightArrow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82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92" grpId="0"/>
      <p:bldP spid="193" grpId="0"/>
      <p:bldP spid="190" grpId="0"/>
      <p:bldP spid="195" grpId="0"/>
      <p:bldP spid="198" grpId="0" animBg="1"/>
      <p:bldP spid="3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</a:rPr>
              <a:t>案例三</a:t>
            </a:r>
            <a:r>
              <a:rPr lang="en-US" altLang="zh-CN" dirty="0">
                <a:latin typeface="Garamond" panose="02020404030301010803" pitchFamily="18" charset="0"/>
              </a:rPr>
              <a:t>——2D-Grid Solver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16</a:t>
            </a:fld>
            <a:endParaRPr kumimoji="1"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40EBE6ED-EF45-403D-B900-C81CE2FD5EBB}"/>
              </a:ext>
            </a:extLst>
          </p:cNvPr>
          <p:cNvSpPr/>
          <p:nvPr/>
        </p:nvSpPr>
        <p:spPr>
          <a:xfrm>
            <a:off x="737280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CFC72C8-DC2D-4E70-BE0D-FC738BDB8FCA}"/>
              </a:ext>
            </a:extLst>
          </p:cNvPr>
          <p:cNvSpPr/>
          <p:nvPr/>
        </p:nvSpPr>
        <p:spPr>
          <a:xfrm>
            <a:off x="1115970" y="1584036"/>
            <a:ext cx="166254" cy="16625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1A446FD-F425-499B-AAFC-ECAF6DC467B2}"/>
              </a:ext>
            </a:extLst>
          </p:cNvPr>
          <p:cNvSpPr/>
          <p:nvPr/>
        </p:nvSpPr>
        <p:spPr>
          <a:xfrm>
            <a:off x="733224" y="2013527"/>
            <a:ext cx="166254" cy="16625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D755847-1F5D-4635-A8CC-523E070D98B5}"/>
              </a:ext>
            </a:extLst>
          </p:cNvPr>
          <p:cNvSpPr/>
          <p:nvPr/>
        </p:nvSpPr>
        <p:spPr>
          <a:xfrm>
            <a:off x="1115970" y="2013527"/>
            <a:ext cx="166254" cy="16625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BECBA4D-42B6-4CAC-8E36-D991DC06AEBC}"/>
              </a:ext>
            </a:extLst>
          </p:cNvPr>
          <p:cNvSpPr/>
          <p:nvPr/>
        </p:nvSpPr>
        <p:spPr>
          <a:xfrm>
            <a:off x="1506061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AA0C8F7-3CF0-4E7F-B620-8EDF94095651}"/>
              </a:ext>
            </a:extLst>
          </p:cNvPr>
          <p:cNvSpPr/>
          <p:nvPr/>
        </p:nvSpPr>
        <p:spPr>
          <a:xfrm>
            <a:off x="1884751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B1B9E77-F6E3-49D8-AE37-E12748F251C0}"/>
              </a:ext>
            </a:extLst>
          </p:cNvPr>
          <p:cNvSpPr/>
          <p:nvPr/>
        </p:nvSpPr>
        <p:spPr>
          <a:xfrm>
            <a:off x="1502005" y="2013527"/>
            <a:ext cx="166254" cy="16625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7149BA0-7D6C-46BB-B1EB-08874062703F}"/>
              </a:ext>
            </a:extLst>
          </p:cNvPr>
          <p:cNvSpPr/>
          <p:nvPr/>
        </p:nvSpPr>
        <p:spPr>
          <a:xfrm>
            <a:off x="1884751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156BE81-9854-46C0-8BAF-27BDEBF9F6F7}"/>
              </a:ext>
            </a:extLst>
          </p:cNvPr>
          <p:cNvSpPr/>
          <p:nvPr/>
        </p:nvSpPr>
        <p:spPr>
          <a:xfrm>
            <a:off x="2267497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004F7A4-71F9-4A46-819B-94AA330AEE02}"/>
              </a:ext>
            </a:extLst>
          </p:cNvPr>
          <p:cNvSpPr/>
          <p:nvPr/>
        </p:nvSpPr>
        <p:spPr>
          <a:xfrm>
            <a:off x="2646187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B92D481-1F7D-4A68-AC57-BD2345C8208D}"/>
              </a:ext>
            </a:extLst>
          </p:cNvPr>
          <p:cNvSpPr/>
          <p:nvPr/>
        </p:nvSpPr>
        <p:spPr>
          <a:xfrm>
            <a:off x="2263441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3E8906C-F6B5-4E1D-878F-AF6E01B706AC}"/>
              </a:ext>
            </a:extLst>
          </p:cNvPr>
          <p:cNvSpPr/>
          <p:nvPr/>
        </p:nvSpPr>
        <p:spPr>
          <a:xfrm>
            <a:off x="2646187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D0D9704-1BF8-416F-8B66-450F07E5CDBA}"/>
              </a:ext>
            </a:extLst>
          </p:cNvPr>
          <p:cNvSpPr/>
          <p:nvPr/>
        </p:nvSpPr>
        <p:spPr>
          <a:xfrm>
            <a:off x="3036278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0E93D2D-AE13-490A-ADB3-05E60182B62F}"/>
              </a:ext>
            </a:extLst>
          </p:cNvPr>
          <p:cNvSpPr/>
          <p:nvPr/>
        </p:nvSpPr>
        <p:spPr>
          <a:xfrm>
            <a:off x="3414968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620C372-29BF-4132-9861-449143BFD90D}"/>
              </a:ext>
            </a:extLst>
          </p:cNvPr>
          <p:cNvSpPr/>
          <p:nvPr/>
        </p:nvSpPr>
        <p:spPr>
          <a:xfrm>
            <a:off x="3032222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34810F3-0F08-4E95-9105-FA6B44BEC864}"/>
              </a:ext>
            </a:extLst>
          </p:cNvPr>
          <p:cNvSpPr/>
          <p:nvPr/>
        </p:nvSpPr>
        <p:spPr>
          <a:xfrm>
            <a:off x="3414968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02C75A2-1CA7-41D1-B109-A9BE1B0C695D}"/>
              </a:ext>
            </a:extLst>
          </p:cNvPr>
          <p:cNvSpPr/>
          <p:nvPr/>
        </p:nvSpPr>
        <p:spPr>
          <a:xfrm>
            <a:off x="3797714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24DDB7D8-C5D8-4FB2-8102-55F3F431B377}"/>
              </a:ext>
            </a:extLst>
          </p:cNvPr>
          <p:cNvSpPr/>
          <p:nvPr/>
        </p:nvSpPr>
        <p:spPr>
          <a:xfrm>
            <a:off x="4176404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7AFEB7BC-396F-4EAC-BCCE-6F55F181D489}"/>
              </a:ext>
            </a:extLst>
          </p:cNvPr>
          <p:cNvSpPr/>
          <p:nvPr/>
        </p:nvSpPr>
        <p:spPr>
          <a:xfrm>
            <a:off x="3793658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450E85D2-E978-4202-AFF6-C8CC07B3B002}"/>
              </a:ext>
            </a:extLst>
          </p:cNvPr>
          <p:cNvSpPr/>
          <p:nvPr/>
        </p:nvSpPr>
        <p:spPr>
          <a:xfrm>
            <a:off x="4176404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D6FB074A-B8D5-4777-AC96-904CFACD3E33}"/>
              </a:ext>
            </a:extLst>
          </p:cNvPr>
          <p:cNvSpPr/>
          <p:nvPr/>
        </p:nvSpPr>
        <p:spPr>
          <a:xfrm>
            <a:off x="4566495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99C2F244-6F92-42FA-83AA-F9946CE5E11E}"/>
              </a:ext>
            </a:extLst>
          </p:cNvPr>
          <p:cNvSpPr/>
          <p:nvPr/>
        </p:nvSpPr>
        <p:spPr>
          <a:xfrm>
            <a:off x="4945185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CD08E8AB-22BE-461C-A263-6376ACE80714}"/>
              </a:ext>
            </a:extLst>
          </p:cNvPr>
          <p:cNvSpPr/>
          <p:nvPr/>
        </p:nvSpPr>
        <p:spPr>
          <a:xfrm>
            <a:off x="4562439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8225788-A402-4875-BB54-52AF4228930B}"/>
              </a:ext>
            </a:extLst>
          </p:cNvPr>
          <p:cNvSpPr/>
          <p:nvPr/>
        </p:nvSpPr>
        <p:spPr>
          <a:xfrm>
            <a:off x="4945185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CEBC51D1-6A3F-4C63-A1FF-45876EE42E4C}"/>
              </a:ext>
            </a:extLst>
          </p:cNvPr>
          <p:cNvSpPr/>
          <p:nvPr/>
        </p:nvSpPr>
        <p:spPr>
          <a:xfrm>
            <a:off x="733224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BEDB503C-3470-4B82-A6CE-99B25F8756E1}"/>
              </a:ext>
            </a:extLst>
          </p:cNvPr>
          <p:cNvSpPr/>
          <p:nvPr/>
        </p:nvSpPr>
        <p:spPr>
          <a:xfrm>
            <a:off x="1111914" y="2448947"/>
            <a:ext cx="166254" cy="16625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8C2AD070-D28E-4633-A556-2980B322178D}"/>
              </a:ext>
            </a:extLst>
          </p:cNvPr>
          <p:cNvSpPr/>
          <p:nvPr/>
        </p:nvSpPr>
        <p:spPr>
          <a:xfrm>
            <a:off x="729168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4DC94D0B-DA74-4CF5-A636-CBE8EBDCF677}"/>
              </a:ext>
            </a:extLst>
          </p:cNvPr>
          <p:cNvSpPr/>
          <p:nvPr/>
        </p:nvSpPr>
        <p:spPr>
          <a:xfrm>
            <a:off x="1111914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B1A94E54-58B0-41DE-B79D-A5FF8950D944}"/>
              </a:ext>
            </a:extLst>
          </p:cNvPr>
          <p:cNvSpPr/>
          <p:nvPr/>
        </p:nvSpPr>
        <p:spPr>
          <a:xfrm>
            <a:off x="1502005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8213FA24-1386-4DDD-8C50-E46F4400C9D2}"/>
              </a:ext>
            </a:extLst>
          </p:cNvPr>
          <p:cNvSpPr/>
          <p:nvPr/>
        </p:nvSpPr>
        <p:spPr>
          <a:xfrm>
            <a:off x="1880695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78A741B2-6F7F-4C74-BFB7-65BCE0350E98}"/>
              </a:ext>
            </a:extLst>
          </p:cNvPr>
          <p:cNvSpPr/>
          <p:nvPr/>
        </p:nvSpPr>
        <p:spPr>
          <a:xfrm>
            <a:off x="1497949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1EC4FF5A-1BE2-4908-8D87-D0F8475F7B43}"/>
              </a:ext>
            </a:extLst>
          </p:cNvPr>
          <p:cNvSpPr/>
          <p:nvPr/>
        </p:nvSpPr>
        <p:spPr>
          <a:xfrm>
            <a:off x="1880695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ABE66C52-7813-46DE-A830-900320E79AA1}"/>
              </a:ext>
            </a:extLst>
          </p:cNvPr>
          <p:cNvSpPr/>
          <p:nvPr/>
        </p:nvSpPr>
        <p:spPr>
          <a:xfrm>
            <a:off x="2263441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FAF8A9E2-F104-419B-91EB-6909C1E5F018}"/>
              </a:ext>
            </a:extLst>
          </p:cNvPr>
          <p:cNvSpPr/>
          <p:nvPr/>
        </p:nvSpPr>
        <p:spPr>
          <a:xfrm>
            <a:off x="2642131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956299B8-98DA-4BA7-8247-A8B7C76401AE}"/>
              </a:ext>
            </a:extLst>
          </p:cNvPr>
          <p:cNvSpPr/>
          <p:nvPr/>
        </p:nvSpPr>
        <p:spPr>
          <a:xfrm>
            <a:off x="2259385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91FAB18C-6A6F-4E35-86E8-3DC25DBEEC07}"/>
              </a:ext>
            </a:extLst>
          </p:cNvPr>
          <p:cNvSpPr/>
          <p:nvPr/>
        </p:nvSpPr>
        <p:spPr>
          <a:xfrm>
            <a:off x="2642131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07641AC5-2F9B-4641-BDAA-97B3BE305164}"/>
              </a:ext>
            </a:extLst>
          </p:cNvPr>
          <p:cNvSpPr/>
          <p:nvPr/>
        </p:nvSpPr>
        <p:spPr>
          <a:xfrm>
            <a:off x="3032222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E93BF953-DF92-43A6-869F-0F090BA742B6}"/>
              </a:ext>
            </a:extLst>
          </p:cNvPr>
          <p:cNvSpPr/>
          <p:nvPr/>
        </p:nvSpPr>
        <p:spPr>
          <a:xfrm>
            <a:off x="3410912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0CE7CC8F-9F35-4E5B-978A-0752CB988E41}"/>
              </a:ext>
            </a:extLst>
          </p:cNvPr>
          <p:cNvSpPr/>
          <p:nvPr/>
        </p:nvSpPr>
        <p:spPr>
          <a:xfrm>
            <a:off x="3028166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C296D60D-6187-4FBE-A4B1-156A4A1E11A7}"/>
              </a:ext>
            </a:extLst>
          </p:cNvPr>
          <p:cNvSpPr/>
          <p:nvPr/>
        </p:nvSpPr>
        <p:spPr>
          <a:xfrm>
            <a:off x="3410912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E0B25B19-5C13-4884-99C5-0CBE8C8DFDF1}"/>
              </a:ext>
            </a:extLst>
          </p:cNvPr>
          <p:cNvSpPr/>
          <p:nvPr/>
        </p:nvSpPr>
        <p:spPr>
          <a:xfrm>
            <a:off x="3793658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D14886A0-7384-4452-BF15-C83F375F7530}"/>
              </a:ext>
            </a:extLst>
          </p:cNvPr>
          <p:cNvSpPr/>
          <p:nvPr/>
        </p:nvSpPr>
        <p:spPr>
          <a:xfrm>
            <a:off x="4172348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9E583644-FBDC-4FE8-BC96-F9F74339DFFD}"/>
              </a:ext>
            </a:extLst>
          </p:cNvPr>
          <p:cNvSpPr/>
          <p:nvPr/>
        </p:nvSpPr>
        <p:spPr>
          <a:xfrm>
            <a:off x="3789602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D0B5B7B3-FC84-4471-904C-568BD16EB201}"/>
              </a:ext>
            </a:extLst>
          </p:cNvPr>
          <p:cNvSpPr/>
          <p:nvPr/>
        </p:nvSpPr>
        <p:spPr>
          <a:xfrm>
            <a:off x="4172348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D4655B67-1BCD-4E2A-91D3-2F6E566337E9}"/>
              </a:ext>
            </a:extLst>
          </p:cNvPr>
          <p:cNvSpPr/>
          <p:nvPr/>
        </p:nvSpPr>
        <p:spPr>
          <a:xfrm>
            <a:off x="4562439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19FADF3B-BA86-45D8-9037-0B16FDC69B8A}"/>
              </a:ext>
            </a:extLst>
          </p:cNvPr>
          <p:cNvSpPr/>
          <p:nvPr/>
        </p:nvSpPr>
        <p:spPr>
          <a:xfrm>
            <a:off x="4941129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21F26D16-5AF7-49C9-8B57-50B1D5CAF850}"/>
              </a:ext>
            </a:extLst>
          </p:cNvPr>
          <p:cNvSpPr/>
          <p:nvPr/>
        </p:nvSpPr>
        <p:spPr>
          <a:xfrm>
            <a:off x="4558383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00CA009E-FD0E-41B2-967A-1A05D05B99AE}"/>
              </a:ext>
            </a:extLst>
          </p:cNvPr>
          <p:cNvSpPr/>
          <p:nvPr/>
        </p:nvSpPr>
        <p:spPr>
          <a:xfrm>
            <a:off x="4941129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EDA6AC81-DE4A-4D01-A833-2CFC66BE5050}"/>
              </a:ext>
            </a:extLst>
          </p:cNvPr>
          <p:cNvSpPr/>
          <p:nvPr/>
        </p:nvSpPr>
        <p:spPr>
          <a:xfrm>
            <a:off x="741336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A80C5B02-B3A0-4891-89F1-D142D79CB342}"/>
              </a:ext>
            </a:extLst>
          </p:cNvPr>
          <p:cNvSpPr/>
          <p:nvPr/>
        </p:nvSpPr>
        <p:spPr>
          <a:xfrm>
            <a:off x="1120026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F4AFE9EC-5F47-4F45-BB87-68BD3578EB00}"/>
              </a:ext>
            </a:extLst>
          </p:cNvPr>
          <p:cNvSpPr/>
          <p:nvPr/>
        </p:nvSpPr>
        <p:spPr>
          <a:xfrm>
            <a:off x="737280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5E536134-2649-43CD-8660-3028ED4CD33E}"/>
              </a:ext>
            </a:extLst>
          </p:cNvPr>
          <p:cNvSpPr/>
          <p:nvPr/>
        </p:nvSpPr>
        <p:spPr>
          <a:xfrm>
            <a:off x="1120026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26A8DF1B-DAA6-4347-84F8-9909FA3D12BE}"/>
              </a:ext>
            </a:extLst>
          </p:cNvPr>
          <p:cNvSpPr/>
          <p:nvPr/>
        </p:nvSpPr>
        <p:spPr>
          <a:xfrm>
            <a:off x="1510117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CD1F668D-124B-48DB-9F8A-F413CABA29B8}"/>
              </a:ext>
            </a:extLst>
          </p:cNvPr>
          <p:cNvSpPr/>
          <p:nvPr/>
        </p:nvSpPr>
        <p:spPr>
          <a:xfrm>
            <a:off x="1888807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FC72A7F4-9254-4966-B1D8-CEE8E1DCA317}"/>
              </a:ext>
            </a:extLst>
          </p:cNvPr>
          <p:cNvSpPr/>
          <p:nvPr/>
        </p:nvSpPr>
        <p:spPr>
          <a:xfrm>
            <a:off x="1506061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3745D0A1-73D2-46A3-AFC5-210BFB3CE56B}"/>
              </a:ext>
            </a:extLst>
          </p:cNvPr>
          <p:cNvSpPr/>
          <p:nvPr/>
        </p:nvSpPr>
        <p:spPr>
          <a:xfrm>
            <a:off x="1888807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0EA838DF-C34B-4027-BE92-E06102B18971}"/>
              </a:ext>
            </a:extLst>
          </p:cNvPr>
          <p:cNvSpPr/>
          <p:nvPr/>
        </p:nvSpPr>
        <p:spPr>
          <a:xfrm>
            <a:off x="2271553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1429F445-2680-4621-98F4-45BC63C5AF9F}"/>
              </a:ext>
            </a:extLst>
          </p:cNvPr>
          <p:cNvSpPr/>
          <p:nvPr/>
        </p:nvSpPr>
        <p:spPr>
          <a:xfrm>
            <a:off x="2650243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67CE8D72-AD0A-4B3B-8FA4-4A8EF027F328}"/>
              </a:ext>
            </a:extLst>
          </p:cNvPr>
          <p:cNvSpPr/>
          <p:nvPr/>
        </p:nvSpPr>
        <p:spPr>
          <a:xfrm>
            <a:off x="2267497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C5A74B8B-53A0-40FE-A993-F904CBB83093}"/>
              </a:ext>
            </a:extLst>
          </p:cNvPr>
          <p:cNvSpPr/>
          <p:nvPr/>
        </p:nvSpPr>
        <p:spPr>
          <a:xfrm>
            <a:off x="2650243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B3E0640E-4B7D-4204-8644-7D15B7820E3E}"/>
              </a:ext>
            </a:extLst>
          </p:cNvPr>
          <p:cNvSpPr/>
          <p:nvPr/>
        </p:nvSpPr>
        <p:spPr>
          <a:xfrm>
            <a:off x="3040334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E5312A04-9817-476D-9BEB-DA939AA227EC}"/>
              </a:ext>
            </a:extLst>
          </p:cNvPr>
          <p:cNvSpPr/>
          <p:nvPr/>
        </p:nvSpPr>
        <p:spPr>
          <a:xfrm>
            <a:off x="3419024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50593689-FA27-46BB-87BE-04B6C6D8321C}"/>
              </a:ext>
            </a:extLst>
          </p:cNvPr>
          <p:cNvSpPr/>
          <p:nvPr/>
        </p:nvSpPr>
        <p:spPr>
          <a:xfrm>
            <a:off x="3036278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DD0AEDE8-DF48-408B-BDE4-09FD8288881B}"/>
              </a:ext>
            </a:extLst>
          </p:cNvPr>
          <p:cNvSpPr/>
          <p:nvPr/>
        </p:nvSpPr>
        <p:spPr>
          <a:xfrm>
            <a:off x="3419024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6208DE54-F48B-41D9-89AF-0551BCE2AC7D}"/>
              </a:ext>
            </a:extLst>
          </p:cNvPr>
          <p:cNvSpPr/>
          <p:nvPr/>
        </p:nvSpPr>
        <p:spPr>
          <a:xfrm>
            <a:off x="3801770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9615C912-3FF3-497C-866F-367993E6557D}"/>
              </a:ext>
            </a:extLst>
          </p:cNvPr>
          <p:cNvSpPr/>
          <p:nvPr/>
        </p:nvSpPr>
        <p:spPr>
          <a:xfrm>
            <a:off x="4180460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0DBB1586-29B6-4EA1-A245-8BBA25574395}"/>
              </a:ext>
            </a:extLst>
          </p:cNvPr>
          <p:cNvSpPr/>
          <p:nvPr/>
        </p:nvSpPr>
        <p:spPr>
          <a:xfrm>
            <a:off x="3797714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1D729459-19D7-440E-94C2-60D3CFDC747B}"/>
              </a:ext>
            </a:extLst>
          </p:cNvPr>
          <p:cNvSpPr/>
          <p:nvPr/>
        </p:nvSpPr>
        <p:spPr>
          <a:xfrm>
            <a:off x="4180460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214DB4E2-432D-4399-8C3D-53865A705BB5}"/>
              </a:ext>
            </a:extLst>
          </p:cNvPr>
          <p:cNvSpPr/>
          <p:nvPr/>
        </p:nvSpPr>
        <p:spPr>
          <a:xfrm>
            <a:off x="4570551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AE20B8CF-BE7F-462A-B1F6-2C0A6616799B}"/>
              </a:ext>
            </a:extLst>
          </p:cNvPr>
          <p:cNvSpPr/>
          <p:nvPr/>
        </p:nvSpPr>
        <p:spPr>
          <a:xfrm>
            <a:off x="4949241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075259D9-EB33-4384-9C55-71B1237C8867}"/>
              </a:ext>
            </a:extLst>
          </p:cNvPr>
          <p:cNvSpPr/>
          <p:nvPr/>
        </p:nvSpPr>
        <p:spPr>
          <a:xfrm>
            <a:off x="4566495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243F9D1A-892E-4A86-A670-51BFFBCB452D}"/>
              </a:ext>
            </a:extLst>
          </p:cNvPr>
          <p:cNvSpPr/>
          <p:nvPr/>
        </p:nvSpPr>
        <p:spPr>
          <a:xfrm>
            <a:off x="4949241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B6952FAF-C16D-417B-8DED-F520EF92B217}"/>
              </a:ext>
            </a:extLst>
          </p:cNvPr>
          <p:cNvSpPr/>
          <p:nvPr/>
        </p:nvSpPr>
        <p:spPr>
          <a:xfrm>
            <a:off x="737280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4ED24A40-A407-420A-9674-17756994023E}"/>
              </a:ext>
            </a:extLst>
          </p:cNvPr>
          <p:cNvSpPr/>
          <p:nvPr/>
        </p:nvSpPr>
        <p:spPr>
          <a:xfrm>
            <a:off x="1115970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40716C9E-257B-47E0-A1C3-28D0F4187934}"/>
              </a:ext>
            </a:extLst>
          </p:cNvPr>
          <p:cNvSpPr/>
          <p:nvPr/>
        </p:nvSpPr>
        <p:spPr>
          <a:xfrm>
            <a:off x="733224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8DA0A450-ECA5-4C56-98DA-E356E0D837AF}"/>
              </a:ext>
            </a:extLst>
          </p:cNvPr>
          <p:cNvSpPr/>
          <p:nvPr/>
        </p:nvSpPr>
        <p:spPr>
          <a:xfrm>
            <a:off x="1115970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8436D551-070A-4157-AC9A-CA5F79061432}"/>
              </a:ext>
            </a:extLst>
          </p:cNvPr>
          <p:cNvSpPr/>
          <p:nvPr/>
        </p:nvSpPr>
        <p:spPr>
          <a:xfrm>
            <a:off x="1506061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D013800D-4963-4258-A4C6-BE2EC300B432}"/>
              </a:ext>
            </a:extLst>
          </p:cNvPr>
          <p:cNvSpPr/>
          <p:nvPr/>
        </p:nvSpPr>
        <p:spPr>
          <a:xfrm>
            <a:off x="1884751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650ED918-BCB4-48C4-8A76-0EA7A9F881A9}"/>
              </a:ext>
            </a:extLst>
          </p:cNvPr>
          <p:cNvSpPr/>
          <p:nvPr/>
        </p:nvSpPr>
        <p:spPr>
          <a:xfrm>
            <a:off x="1502005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00E21B8C-9774-4D89-9D62-811A2125006C}"/>
              </a:ext>
            </a:extLst>
          </p:cNvPr>
          <p:cNvSpPr/>
          <p:nvPr/>
        </p:nvSpPr>
        <p:spPr>
          <a:xfrm>
            <a:off x="1884751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5CF708DD-F6B9-486E-BA39-65D99820B785}"/>
              </a:ext>
            </a:extLst>
          </p:cNvPr>
          <p:cNvSpPr/>
          <p:nvPr/>
        </p:nvSpPr>
        <p:spPr>
          <a:xfrm>
            <a:off x="2267497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D5EFBB33-A99C-446F-B5C1-59668AF8516C}"/>
              </a:ext>
            </a:extLst>
          </p:cNvPr>
          <p:cNvSpPr/>
          <p:nvPr/>
        </p:nvSpPr>
        <p:spPr>
          <a:xfrm>
            <a:off x="2646187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0E7FBF8D-1384-481B-AC0A-24D476F6CD18}"/>
              </a:ext>
            </a:extLst>
          </p:cNvPr>
          <p:cNvSpPr/>
          <p:nvPr/>
        </p:nvSpPr>
        <p:spPr>
          <a:xfrm>
            <a:off x="2263441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15A9D3C6-BC51-4137-A649-1A7DA40E1192}"/>
              </a:ext>
            </a:extLst>
          </p:cNvPr>
          <p:cNvSpPr/>
          <p:nvPr/>
        </p:nvSpPr>
        <p:spPr>
          <a:xfrm>
            <a:off x="2646187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395F9FA7-AA5B-4F15-97C0-E83A419D138A}"/>
              </a:ext>
            </a:extLst>
          </p:cNvPr>
          <p:cNvSpPr/>
          <p:nvPr/>
        </p:nvSpPr>
        <p:spPr>
          <a:xfrm>
            <a:off x="3036278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51BEB742-7B25-47D0-9CBD-40385E637555}"/>
              </a:ext>
            </a:extLst>
          </p:cNvPr>
          <p:cNvSpPr/>
          <p:nvPr/>
        </p:nvSpPr>
        <p:spPr>
          <a:xfrm>
            <a:off x="3414968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ACB71D8F-B709-45BC-8162-88820F8841C2}"/>
              </a:ext>
            </a:extLst>
          </p:cNvPr>
          <p:cNvSpPr/>
          <p:nvPr/>
        </p:nvSpPr>
        <p:spPr>
          <a:xfrm>
            <a:off x="3032222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CE0319E2-358F-41CD-A932-7477F88236E9}"/>
              </a:ext>
            </a:extLst>
          </p:cNvPr>
          <p:cNvSpPr/>
          <p:nvPr/>
        </p:nvSpPr>
        <p:spPr>
          <a:xfrm>
            <a:off x="3414968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0524E387-A0C5-4644-B9FD-1B0FF33F1FA4}"/>
              </a:ext>
            </a:extLst>
          </p:cNvPr>
          <p:cNvSpPr/>
          <p:nvPr/>
        </p:nvSpPr>
        <p:spPr>
          <a:xfrm>
            <a:off x="3797714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09D4E9E7-D777-47AA-9FCA-CD2157B9A0BC}"/>
              </a:ext>
            </a:extLst>
          </p:cNvPr>
          <p:cNvSpPr/>
          <p:nvPr/>
        </p:nvSpPr>
        <p:spPr>
          <a:xfrm>
            <a:off x="4176404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7AA84512-54BA-40B3-95FC-FFC5D5A0FEE7}"/>
              </a:ext>
            </a:extLst>
          </p:cNvPr>
          <p:cNvSpPr/>
          <p:nvPr/>
        </p:nvSpPr>
        <p:spPr>
          <a:xfrm>
            <a:off x="3793658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FA6BDD8C-48A7-4BE1-A0EC-4927FDC04364}"/>
              </a:ext>
            </a:extLst>
          </p:cNvPr>
          <p:cNvSpPr/>
          <p:nvPr/>
        </p:nvSpPr>
        <p:spPr>
          <a:xfrm>
            <a:off x="4176404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107481AD-08EB-4662-B579-5DC2897B0085}"/>
              </a:ext>
            </a:extLst>
          </p:cNvPr>
          <p:cNvSpPr/>
          <p:nvPr/>
        </p:nvSpPr>
        <p:spPr>
          <a:xfrm>
            <a:off x="4566495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FD648F29-79D9-41F7-ADE7-50FCB86C9C6A}"/>
              </a:ext>
            </a:extLst>
          </p:cNvPr>
          <p:cNvSpPr/>
          <p:nvPr/>
        </p:nvSpPr>
        <p:spPr>
          <a:xfrm>
            <a:off x="4945185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9B7B5CC7-124B-4990-B44D-7BCFF5CDB6F3}"/>
              </a:ext>
            </a:extLst>
          </p:cNvPr>
          <p:cNvSpPr/>
          <p:nvPr/>
        </p:nvSpPr>
        <p:spPr>
          <a:xfrm>
            <a:off x="4562439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CC387AAA-C567-4277-8A3E-681E20B2616A}"/>
              </a:ext>
            </a:extLst>
          </p:cNvPr>
          <p:cNvSpPr/>
          <p:nvPr/>
        </p:nvSpPr>
        <p:spPr>
          <a:xfrm>
            <a:off x="4945185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2C502C8D-F820-447B-87D6-0EBD1B188BE3}"/>
              </a:ext>
            </a:extLst>
          </p:cNvPr>
          <p:cNvSpPr/>
          <p:nvPr/>
        </p:nvSpPr>
        <p:spPr>
          <a:xfrm>
            <a:off x="745392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07C62862-FBCD-4366-BADA-A4DC8165ABD9}"/>
              </a:ext>
            </a:extLst>
          </p:cNvPr>
          <p:cNvSpPr/>
          <p:nvPr/>
        </p:nvSpPr>
        <p:spPr>
          <a:xfrm>
            <a:off x="1124082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14FE1F51-9AED-4972-AA9B-7479FBDA24A7}"/>
              </a:ext>
            </a:extLst>
          </p:cNvPr>
          <p:cNvSpPr/>
          <p:nvPr/>
        </p:nvSpPr>
        <p:spPr>
          <a:xfrm>
            <a:off x="741336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B591D431-CBD0-4421-A67E-AC96C9D49ABD}"/>
              </a:ext>
            </a:extLst>
          </p:cNvPr>
          <p:cNvSpPr/>
          <p:nvPr/>
        </p:nvSpPr>
        <p:spPr>
          <a:xfrm>
            <a:off x="1124082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9115E0F0-CE1D-4C58-A729-B200A932B26F}"/>
              </a:ext>
            </a:extLst>
          </p:cNvPr>
          <p:cNvSpPr/>
          <p:nvPr/>
        </p:nvSpPr>
        <p:spPr>
          <a:xfrm>
            <a:off x="1514173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椭圆 138">
            <a:extLst>
              <a:ext uri="{FF2B5EF4-FFF2-40B4-BE49-F238E27FC236}">
                <a16:creationId xmlns:a16="http://schemas.microsoft.com/office/drawing/2014/main" id="{E44773C6-340A-4931-81DF-639A2D239940}"/>
              </a:ext>
            </a:extLst>
          </p:cNvPr>
          <p:cNvSpPr/>
          <p:nvPr/>
        </p:nvSpPr>
        <p:spPr>
          <a:xfrm>
            <a:off x="1892863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6DC35957-3A0C-4A5B-8899-70D2E9F31049}"/>
              </a:ext>
            </a:extLst>
          </p:cNvPr>
          <p:cNvSpPr/>
          <p:nvPr/>
        </p:nvSpPr>
        <p:spPr>
          <a:xfrm>
            <a:off x="1510117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E52FB3FC-02E9-4FEF-9FE3-94C42765DDAF}"/>
              </a:ext>
            </a:extLst>
          </p:cNvPr>
          <p:cNvSpPr/>
          <p:nvPr/>
        </p:nvSpPr>
        <p:spPr>
          <a:xfrm>
            <a:off x="1892863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DF26DCC6-7EB7-4988-9C24-6964B03EC3E8}"/>
              </a:ext>
            </a:extLst>
          </p:cNvPr>
          <p:cNvSpPr/>
          <p:nvPr/>
        </p:nvSpPr>
        <p:spPr>
          <a:xfrm>
            <a:off x="2275609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B9F280D7-7BBC-40C4-B477-C810F8217A90}"/>
              </a:ext>
            </a:extLst>
          </p:cNvPr>
          <p:cNvSpPr/>
          <p:nvPr/>
        </p:nvSpPr>
        <p:spPr>
          <a:xfrm>
            <a:off x="2654299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4840A073-895E-42D3-BB7C-DE21D5671169}"/>
              </a:ext>
            </a:extLst>
          </p:cNvPr>
          <p:cNvSpPr/>
          <p:nvPr/>
        </p:nvSpPr>
        <p:spPr>
          <a:xfrm>
            <a:off x="2271553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椭圆 144">
            <a:extLst>
              <a:ext uri="{FF2B5EF4-FFF2-40B4-BE49-F238E27FC236}">
                <a16:creationId xmlns:a16="http://schemas.microsoft.com/office/drawing/2014/main" id="{7F474DF1-0CB6-4740-A172-D9DCA2262CC2}"/>
              </a:ext>
            </a:extLst>
          </p:cNvPr>
          <p:cNvSpPr/>
          <p:nvPr/>
        </p:nvSpPr>
        <p:spPr>
          <a:xfrm>
            <a:off x="2654299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C640F062-0D3B-4CAF-97A0-8223E3F65607}"/>
              </a:ext>
            </a:extLst>
          </p:cNvPr>
          <p:cNvSpPr/>
          <p:nvPr/>
        </p:nvSpPr>
        <p:spPr>
          <a:xfrm>
            <a:off x="3044390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104621CB-4371-4279-9129-FFA6769E7991}"/>
              </a:ext>
            </a:extLst>
          </p:cNvPr>
          <p:cNvSpPr/>
          <p:nvPr/>
        </p:nvSpPr>
        <p:spPr>
          <a:xfrm>
            <a:off x="3423080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4E2BDCE7-6C03-4E30-80C7-748286F78A68}"/>
              </a:ext>
            </a:extLst>
          </p:cNvPr>
          <p:cNvSpPr/>
          <p:nvPr/>
        </p:nvSpPr>
        <p:spPr>
          <a:xfrm>
            <a:off x="3040334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58EF6A36-C4BE-4BA0-9328-8CC8CCE17B4C}"/>
              </a:ext>
            </a:extLst>
          </p:cNvPr>
          <p:cNvSpPr/>
          <p:nvPr/>
        </p:nvSpPr>
        <p:spPr>
          <a:xfrm>
            <a:off x="3423080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3325CBE8-1681-49D5-B04E-A9CB81D3BA35}"/>
              </a:ext>
            </a:extLst>
          </p:cNvPr>
          <p:cNvSpPr/>
          <p:nvPr/>
        </p:nvSpPr>
        <p:spPr>
          <a:xfrm>
            <a:off x="3805826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40B24871-748F-430C-8A9D-0F9EB859F69E}"/>
              </a:ext>
            </a:extLst>
          </p:cNvPr>
          <p:cNvSpPr/>
          <p:nvPr/>
        </p:nvSpPr>
        <p:spPr>
          <a:xfrm>
            <a:off x="4184516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5C153E21-2426-4C81-A5C2-2D401BCC9BF7}"/>
              </a:ext>
            </a:extLst>
          </p:cNvPr>
          <p:cNvSpPr/>
          <p:nvPr/>
        </p:nvSpPr>
        <p:spPr>
          <a:xfrm>
            <a:off x="3801770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692079AA-2C5B-49BA-B17F-0741083904C7}"/>
              </a:ext>
            </a:extLst>
          </p:cNvPr>
          <p:cNvSpPr/>
          <p:nvPr/>
        </p:nvSpPr>
        <p:spPr>
          <a:xfrm>
            <a:off x="4184516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40577B68-E619-491F-9D9D-A66DD10FF24C}"/>
              </a:ext>
            </a:extLst>
          </p:cNvPr>
          <p:cNvSpPr/>
          <p:nvPr/>
        </p:nvSpPr>
        <p:spPr>
          <a:xfrm>
            <a:off x="4574607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B8397640-EDCD-4351-97D6-C9CF52F48B8E}"/>
              </a:ext>
            </a:extLst>
          </p:cNvPr>
          <p:cNvSpPr/>
          <p:nvPr/>
        </p:nvSpPr>
        <p:spPr>
          <a:xfrm>
            <a:off x="4953297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4889B8F1-534D-492D-A537-6DB47A4C08BF}"/>
              </a:ext>
            </a:extLst>
          </p:cNvPr>
          <p:cNvSpPr/>
          <p:nvPr/>
        </p:nvSpPr>
        <p:spPr>
          <a:xfrm>
            <a:off x="4570551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>
            <a:extLst>
              <a:ext uri="{FF2B5EF4-FFF2-40B4-BE49-F238E27FC236}">
                <a16:creationId xmlns:a16="http://schemas.microsoft.com/office/drawing/2014/main" id="{F60B1E7D-DB0B-44A3-A3AA-E12EF913E7F9}"/>
              </a:ext>
            </a:extLst>
          </p:cNvPr>
          <p:cNvSpPr/>
          <p:nvPr/>
        </p:nvSpPr>
        <p:spPr>
          <a:xfrm>
            <a:off x="4953297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>
            <a:extLst>
              <a:ext uri="{FF2B5EF4-FFF2-40B4-BE49-F238E27FC236}">
                <a16:creationId xmlns:a16="http://schemas.microsoft.com/office/drawing/2014/main" id="{D38B76E2-0E0F-4CC2-A6D3-EF225924E12D}"/>
              </a:ext>
            </a:extLst>
          </p:cNvPr>
          <p:cNvSpPr/>
          <p:nvPr/>
        </p:nvSpPr>
        <p:spPr>
          <a:xfrm>
            <a:off x="741336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>
            <a:extLst>
              <a:ext uri="{FF2B5EF4-FFF2-40B4-BE49-F238E27FC236}">
                <a16:creationId xmlns:a16="http://schemas.microsoft.com/office/drawing/2014/main" id="{68817103-B59A-45D0-B099-C36DBA0DB366}"/>
              </a:ext>
            </a:extLst>
          </p:cNvPr>
          <p:cNvSpPr/>
          <p:nvPr/>
        </p:nvSpPr>
        <p:spPr>
          <a:xfrm>
            <a:off x="1120026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椭圆 159">
            <a:extLst>
              <a:ext uri="{FF2B5EF4-FFF2-40B4-BE49-F238E27FC236}">
                <a16:creationId xmlns:a16="http://schemas.microsoft.com/office/drawing/2014/main" id="{A4C5D0FC-85F5-4973-B64D-8283BB7A870F}"/>
              </a:ext>
            </a:extLst>
          </p:cNvPr>
          <p:cNvSpPr/>
          <p:nvPr/>
        </p:nvSpPr>
        <p:spPr>
          <a:xfrm>
            <a:off x="737280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5985DA51-B423-4641-8A11-49835530843D}"/>
              </a:ext>
            </a:extLst>
          </p:cNvPr>
          <p:cNvSpPr/>
          <p:nvPr/>
        </p:nvSpPr>
        <p:spPr>
          <a:xfrm>
            <a:off x="1120026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椭圆 161">
            <a:extLst>
              <a:ext uri="{FF2B5EF4-FFF2-40B4-BE49-F238E27FC236}">
                <a16:creationId xmlns:a16="http://schemas.microsoft.com/office/drawing/2014/main" id="{0CC1A288-1C4F-44A7-BD5F-C0E394865741}"/>
              </a:ext>
            </a:extLst>
          </p:cNvPr>
          <p:cNvSpPr/>
          <p:nvPr/>
        </p:nvSpPr>
        <p:spPr>
          <a:xfrm>
            <a:off x="1510117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B211232C-2C45-4E45-B903-E01F1C8173FB}"/>
              </a:ext>
            </a:extLst>
          </p:cNvPr>
          <p:cNvSpPr/>
          <p:nvPr/>
        </p:nvSpPr>
        <p:spPr>
          <a:xfrm>
            <a:off x="1888807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椭圆 163">
            <a:extLst>
              <a:ext uri="{FF2B5EF4-FFF2-40B4-BE49-F238E27FC236}">
                <a16:creationId xmlns:a16="http://schemas.microsoft.com/office/drawing/2014/main" id="{E3A790E1-1942-40F8-BAE4-0EB6B24A9DD6}"/>
              </a:ext>
            </a:extLst>
          </p:cNvPr>
          <p:cNvSpPr/>
          <p:nvPr/>
        </p:nvSpPr>
        <p:spPr>
          <a:xfrm>
            <a:off x="1506061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8F7ABD2C-35BD-449B-A848-D17C78066BF7}"/>
              </a:ext>
            </a:extLst>
          </p:cNvPr>
          <p:cNvSpPr/>
          <p:nvPr/>
        </p:nvSpPr>
        <p:spPr>
          <a:xfrm>
            <a:off x="1888807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椭圆 165">
            <a:extLst>
              <a:ext uri="{FF2B5EF4-FFF2-40B4-BE49-F238E27FC236}">
                <a16:creationId xmlns:a16="http://schemas.microsoft.com/office/drawing/2014/main" id="{A005E3C8-9A96-4781-9B44-FA54924EF207}"/>
              </a:ext>
            </a:extLst>
          </p:cNvPr>
          <p:cNvSpPr/>
          <p:nvPr/>
        </p:nvSpPr>
        <p:spPr>
          <a:xfrm>
            <a:off x="2271553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椭圆 166">
            <a:extLst>
              <a:ext uri="{FF2B5EF4-FFF2-40B4-BE49-F238E27FC236}">
                <a16:creationId xmlns:a16="http://schemas.microsoft.com/office/drawing/2014/main" id="{09AC4B53-D0C0-441D-82FD-4667BA599CD4}"/>
              </a:ext>
            </a:extLst>
          </p:cNvPr>
          <p:cNvSpPr/>
          <p:nvPr/>
        </p:nvSpPr>
        <p:spPr>
          <a:xfrm>
            <a:off x="2650243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椭圆 167">
            <a:extLst>
              <a:ext uri="{FF2B5EF4-FFF2-40B4-BE49-F238E27FC236}">
                <a16:creationId xmlns:a16="http://schemas.microsoft.com/office/drawing/2014/main" id="{D27879EB-4F20-4E8B-ABC0-3592B3A01D06}"/>
              </a:ext>
            </a:extLst>
          </p:cNvPr>
          <p:cNvSpPr/>
          <p:nvPr/>
        </p:nvSpPr>
        <p:spPr>
          <a:xfrm>
            <a:off x="2267497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椭圆 168">
            <a:extLst>
              <a:ext uri="{FF2B5EF4-FFF2-40B4-BE49-F238E27FC236}">
                <a16:creationId xmlns:a16="http://schemas.microsoft.com/office/drawing/2014/main" id="{FF66BCE7-A6AA-470F-8056-E9535E3ED16A}"/>
              </a:ext>
            </a:extLst>
          </p:cNvPr>
          <p:cNvSpPr/>
          <p:nvPr/>
        </p:nvSpPr>
        <p:spPr>
          <a:xfrm>
            <a:off x="2650243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椭圆 169">
            <a:extLst>
              <a:ext uri="{FF2B5EF4-FFF2-40B4-BE49-F238E27FC236}">
                <a16:creationId xmlns:a16="http://schemas.microsoft.com/office/drawing/2014/main" id="{48CDE396-6E62-485D-8398-BE1AD94BE238}"/>
              </a:ext>
            </a:extLst>
          </p:cNvPr>
          <p:cNvSpPr/>
          <p:nvPr/>
        </p:nvSpPr>
        <p:spPr>
          <a:xfrm>
            <a:off x="3040334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F150DD17-9106-4481-B7ED-F7D3ECCA81D5}"/>
              </a:ext>
            </a:extLst>
          </p:cNvPr>
          <p:cNvSpPr/>
          <p:nvPr/>
        </p:nvSpPr>
        <p:spPr>
          <a:xfrm>
            <a:off x="3419024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椭圆 171">
            <a:extLst>
              <a:ext uri="{FF2B5EF4-FFF2-40B4-BE49-F238E27FC236}">
                <a16:creationId xmlns:a16="http://schemas.microsoft.com/office/drawing/2014/main" id="{732990F7-27AC-4C62-B9CC-29F8F437505E}"/>
              </a:ext>
            </a:extLst>
          </p:cNvPr>
          <p:cNvSpPr/>
          <p:nvPr/>
        </p:nvSpPr>
        <p:spPr>
          <a:xfrm>
            <a:off x="3036278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椭圆 172">
            <a:extLst>
              <a:ext uri="{FF2B5EF4-FFF2-40B4-BE49-F238E27FC236}">
                <a16:creationId xmlns:a16="http://schemas.microsoft.com/office/drawing/2014/main" id="{5BF58181-E9BA-4795-92B2-CE807427A434}"/>
              </a:ext>
            </a:extLst>
          </p:cNvPr>
          <p:cNvSpPr/>
          <p:nvPr/>
        </p:nvSpPr>
        <p:spPr>
          <a:xfrm>
            <a:off x="3419024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椭圆 173">
            <a:extLst>
              <a:ext uri="{FF2B5EF4-FFF2-40B4-BE49-F238E27FC236}">
                <a16:creationId xmlns:a16="http://schemas.microsoft.com/office/drawing/2014/main" id="{A9CFDAD6-E965-494E-8BE9-A584EC1EA3FC}"/>
              </a:ext>
            </a:extLst>
          </p:cNvPr>
          <p:cNvSpPr/>
          <p:nvPr/>
        </p:nvSpPr>
        <p:spPr>
          <a:xfrm>
            <a:off x="3801770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椭圆 174">
            <a:extLst>
              <a:ext uri="{FF2B5EF4-FFF2-40B4-BE49-F238E27FC236}">
                <a16:creationId xmlns:a16="http://schemas.microsoft.com/office/drawing/2014/main" id="{98DA2A63-F938-4F4A-A80F-699F76216D9D}"/>
              </a:ext>
            </a:extLst>
          </p:cNvPr>
          <p:cNvSpPr/>
          <p:nvPr/>
        </p:nvSpPr>
        <p:spPr>
          <a:xfrm>
            <a:off x="4180460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椭圆 175">
            <a:extLst>
              <a:ext uri="{FF2B5EF4-FFF2-40B4-BE49-F238E27FC236}">
                <a16:creationId xmlns:a16="http://schemas.microsoft.com/office/drawing/2014/main" id="{C3252FDE-6A47-4B45-84A1-450ABA7B193F}"/>
              </a:ext>
            </a:extLst>
          </p:cNvPr>
          <p:cNvSpPr/>
          <p:nvPr/>
        </p:nvSpPr>
        <p:spPr>
          <a:xfrm>
            <a:off x="3797714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椭圆 176">
            <a:extLst>
              <a:ext uri="{FF2B5EF4-FFF2-40B4-BE49-F238E27FC236}">
                <a16:creationId xmlns:a16="http://schemas.microsoft.com/office/drawing/2014/main" id="{0E67442C-1B1D-4AB5-A81D-846AA8A565D9}"/>
              </a:ext>
            </a:extLst>
          </p:cNvPr>
          <p:cNvSpPr/>
          <p:nvPr/>
        </p:nvSpPr>
        <p:spPr>
          <a:xfrm>
            <a:off x="4180460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CBC436B4-0A8F-45FB-8B71-C605072C9FBF}"/>
              </a:ext>
            </a:extLst>
          </p:cNvPr>
          <p:cNvSpPr/>
          <p:nvPr/>
        </p:nvSpPr>
        <p:spPr>
          <a:xfrm>
            <a:off x="4570551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椭圆 178">
            <a:extLst>
              <a:ext uri="{FF2B5EF4-FFF2-40B4-BE49-F238E27FC236}">
                <a16:creationId xmlns:a16="http://schemas.microsoft.com/office/drawing/2014/main" id="{74675541-065D-4C8B-8207-0686425BFF7E}"/>
              </a:ext>
            </a:extLst>
          </p:cNvPr>
          <p:cNvSpPr/>
          <p:nvPr/>
        </p:nvSpPr>
        <p:spPr>
          <a:xfrm>
            <a:off x="4949241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椭圆 179">
            <a:extLst>
              <a:ext uri="{FF2B5EF4-FFF2-40B4-BE49-F238E27FC236}">
                <a16:creationId xmlns:a16="http://schemas.microsoft.com/office/drawing/2014/main" id="{D6E798E1-82C8-4A05-983B-6CC25E08F173}"/>
              </a:ext>
            </a:extLst>
          </p:cNvPr>
          <p:cNvSpPr/>
          <p:nvPr/>
        </p:nvSpPr>
        <p:spPr>
          <a:xfrm>
            <a:off x="4566495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椭圆 180">
            <a:extLst>
              <a:ext uri="{FF2B5EF4-FFF2-40B4-BE49-F238E27FC236}">
                <a16:creationId xmlns:a16="http://schemas.microsoft.com/office/drawing/2014/main" id="{34CEB0E7-987B-45C7-9F5A-420149F380B1}"/>
              </a:ext>
            </a:extLst>
          </p:cNvPr>
          <p:cNvSpPr/>
          <p:nvPr/>
        </p:nvSpPr>
        <p:spPr>
          <a:xfrm>
            <a:off x="4949241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内容占位符 2">
            <a:extLst>
              <a:ext uri="{FF2B5EF4-FFF2-40B4-BE49-F238E27FC236}">
                <a16:creationId xmlns:a16="http://schemas.microsoft.com/office/drawing/2014/main" id="{1FC5D7B9-EA56-4154-AD0B-D61B642B6AD7}"/>
              </a:ext>
            </a:extLst>
          </p:cNvPr>
          <p:cNvSpPr txBox="1">
            <a:spLocks/>
          </p:cNvSpPr>
          <p:nvPr/>
        </p:nvSpPr>
        <p:spPr>
          <a:xfrm>
            <a:off x="645185" y="6459528"/>
            <a:ext cx="4528424" cy="44404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altLang="zh-CN" dirty="0">
                <a:latin typeface="Garamond" panose="02020404030301010803" pitchFamily="18" charset="0"/>
              </a:rPr>
              <a:t>Plan A</a:t>
            </a:r>
          </a:p>
        </p:txBody>
      </p: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EB71B3D8-3BCC-47C5-A5F4-CAD3317A2C09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875131" y="1725943"/>
            <a:ext cx="265186" cy="311931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1226241A-66DD-4036-9873-C70C88C5FD6F}"/>
              </a:ext>
            </a:extLst>
          </p:cNvPr>
          <p:cNvCxnSpPr>
            <a:cxnSpLocks/>
            <a:stCxn id="10" idx="3"/>
            <a:endCxn id="38" idx="7"/>
          </p:cNvCxnSpPr>
          <p:nvPr/>
        </p:nvCxnSpPr>
        <p:spPr>
          <a:xfrm flipH="1">
            <a:off x="875131" y="1725943"/>
            <a:ext cx="655277" cy="747351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连接符 199">
            <a:extLst>
              <a:ext uri="{FF2B5EF4-FFF2-40B4-BE49-F238E27FC236}">
                <a16:creationId xmlns:a16="http://schemas.microsoft.com/office/drawing/2014/main" id="{A4BCDB0C-4F8B-4C24-B83D-5EF9E5945F2F}"/>
              </a:ext>
            </a:extLst>
          </p:cNvPr>
          <p:cNvCxnSpPr>
            <a:cxnSpLocks/>
            <a:stCxn id="11" idx="3"/>
            <a:endCxn id="40" idx="7"/>
          </p:cNvCxnSpPr>
          <p:nvPr/>
        </p:nvCxnSpPr>
        <p:spPr>
          <a:xfrm flipH="1">
            <a:off x="871075" y="1725943"/>
            <a:ext cx="1038023" cy="1176842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272C2F43-D527-44F3-BFFE-C9707AF58085}"/>
              </a:ext>
            </a:extLst>
          </p:cNvPr>
          <p:cNvCxnSpPr>
            <a:cxnSpLocks/>
            <a:stCxn id="14" idx="3"/>
            <a:endCxn id="70" idx="7"/>
          </p:cNvCxnSpPr>
          <p:nvPr/>
        </p:nvCxnSpPr>
        <p:spPr>
          <a:xfrm flipH="1">
            <a:off x="883243" y="1725943"/>
            <a:ext cx="1408601" cy="1589858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4C0D090D-3F2E-44D5-8DEC-C684CEAD2138}"/>
              </a:ext>
            </a:extLst>
          </p:cNvPr>
          <p:cNvCxnSpPr>
            <a:cxnSpLocks/>
            <a:stCxn id="15" idx="3"/>
            <a:endCxn id="72" idx="7"/>
          </p:cNvCxnSpPr>
          <p:nvPr/>
        </p:nvCxnSpPr>
        <p:spPr>
          <a:xfrm flipH="1">
            <a:off x="879187" y="1725943"/>
            <a:ext cx="1791347" cy="2019349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2452C5F7-CDCF-4A5F-9F0D-E8391553B596}"/>
              </a:ext>
            </a:extLst>
          </p:cNvPr>
          <p:cNvCxnSpPr>
            <a:cxnSpLocks/>
            <a:stCxn id="18" idx="3"/>
            <a:endCxn id="102" idx="7"/>
          </p:cNvCxnSpPr>
          <p:nvPr/>
        </p:nvCxnSpPr>
        <p:spPr>
          <a:xfrm flipH="1">
            <a:off x="879187" y="1725943"/>
            <a:ext cx="2181438" cy="2454769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A9024ADF-CD75-4D5B-BD0F-DEBB1F92A3DC}"/>
              </a:ext>
            </a:extLst>
          </p:cNvPr>
          <p:cNvCxnSpPr>
            <a:cxnSpLocks/>
            <a:stCxn id="19" idx="3"/>
            <a:endCxn id="104" idx="7"/>
          </p:cNvCxnSpPr>
          <p:nvPr/>
        </p:nvCxnSpPr>
        <p:spPr>
          <a:xfrm flipH="1">
            <a:off x="875131" y="1725943"/>
            <a:ext cx="2564184" cy="2884260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>
            <a:extLst>
              <a:ext uri="{FF2B5EF4-FFF2-40B4-BE49-F238E27FC236}">
                <a16:creationId xmlns:a16="http://schemas.microsoft.com/office/drawing/2014/main" id="{09CCFFD4-966F-44F3-9180-11EAF0951D6C}"/>
              </a:ext>
            </a:extLst>
          </p:cNvPr>
          <p:cNvCxnSpPr>
            <a:cxnSpLocks/>
            <a:stCxn id="22" idx="3"/>
            <a:endCxn id="134" idx="7"/>
          </p:cNvCxnSpPr>
          <p:nvPr/>
        </p:nvCxnSpPr>
        <p:spPr>
          <a:xfrm flipH="1">
            <a:off x="887299" y="1725943"/>
            <a:ext cx="2934762" cy="3297276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>
            <a:extLst>
              <a:ext uri="{FF2B5EF4-FFF2-40B4-BE49-F238E27FC236}">
                <a16:creationId xmlns:a16="http://schemas.microsoft.com/office/drawing/2014/main" id="{F56670F5-76E8-4BB3-944D-A3B800FEE08E}"/>
              </a:ext>
            </a:extLst>
          </p:cNvPr>
          <p:cNvCxnSpPr>
            <a:cxnSpLocks/>
            <a:stCxn id="23" idx="3"/>
            <a:endCxn id="136" idx="7"/>
          </p:cNvCxnSpPr>
          <p:nvPr/>
        </p:nvCxnSpPr>
        <p:spPr>
          <a:xfrm flipH="1">
            <a:off x="883243" y="1725943"/>
            <a:ext cx="3317508" cy="3726767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84EC52C4-2754-4F04-A446-5C5CEF064C61}"/>
              </a:ext>
            </a:extLst>
          </p:cNvPr>
          <p:cNvCxnSpPr>
            <a:cxnSpLocks/>
            <a:stCxn id="26" idx="3"/>
            <a:endCxn id="158" idx="7"/>
          </p:cNvCxnSpPr>
          <p:nvPr/>
        </p:nvCxnSpPr>
        <p:spPr>
          <a:xfrm flipH="1">
            <a:off x="883243" y="1725943"/>
            <a:ext cx="3707599" cy="4162187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椭圆 223">
            <a:extLst>
              <a:ext uri="{FF2B5EF4-FFF2-40B4-BE49-F238E27FC236}">
                <a16:creationId xmlns:a16="http://schemas.microsoft.com/office/drawing/2014/main" id="{D0B5DDDC-C742-470C-A408-BF849C1F94D5}"/>
              </a:ext>
            </a:extLst>
          </p:cNvPr>
          <p:cNvSpPr/>
          <p:nvPr/>
        </p:nvSpPr>
        <p:spPr>
          <a:xfrm>
            <a:off x="6741302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椭圆 224">
            <a:extLst>
              <a:ext uri="{FF2B5EF4-FFF2-40B4-BE49-F238E27FC236}">
                <a16:creationId xmlns:a16="http://schemas.microsoft.com/office/drawing/2014/main" id="{42A08DAB-DAF4-4D58-B0B8-1A1333091D3E}"/>
              </a:ext>
            </a:extLst>
          </p:cNvPr>
          <p:cNvSpPr/>
          <p:nvPr/>
        </p:nvSpPr>
        <p:spPr>
          <a:xfrm>
            <a:off x="7119992" y="1584036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椭圆 225">
            <a:extLst>
              <a:ext uri="{FF2B5EF4-FFF2-40B4-BE49-F238E27FC236}">
                <a16:creationId xmlns:a16="http://schemas.microsoft.com/office/drawing/2014/main" id="{BF0A85C0-2B1F-4CB4-9EF1-F7EEA856CE6E}"/>
              </a:ext>
            </a:extLst>
          </p:cNvPr>
          <p:cNvSpPr/>
          <p:nvPr/>
        </p:nvSpPr>
        <p:spPr>
          <a:xfrm>
            <a:off x="6737246" y="2013527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椭圆 226">
            <a:extLst>
              <a:ext uri="{FF2B5EF4-FFF2-40B4-BE49-F238E27FC236}">
                <a16:creationId xmlns:a16="http://schemas.microsoft.com/office/drawing/2014/main" id="{65C5B24F-D529-4DED-96E7-682381455ADC}"/>
              </a:ext>
            </a:extLst>
          </p:cNvPr>
          <p:cNvSpPr/>
          <p:nvPr/>
        </p:nvSpPr>
        <p:spPr>
          <a:xfrm>
            <a:off x="7119992" y="2013527"/>
            <a:ext cx="166254" cy="16625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椭圆 227">
            <a:extLst>
              <a:ext uri="{FF2B5EF4-FFF2-40B4-BE49-F238E27FC236}">
                <a16:creationId xmlns:a16="http://schemas.microsoft.com/office/drawing/2014/main" id="{64AB7604-5606-4D4E-A9B8-15F1D82F05B5}"/>
              </a:ext>
            </a:extLst>
          </p:cNvPr>
          <p:cNvSpPr/>
          <p:nvPr/>
        </p:nvSpPr>
        <p:spPr>
          <a:xfrm>
            <a:off x="7510083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椭圆 228">
            <a:extLst>
              <a:ext uri="{FF2B5EF4-FFF2-40B4-BE49-F238E27FC236}">
                <a16:creationId xmlns:a16="http://schemas.microsoft.com/office/drawing/2014/main" id="{E89EDAD3-521D-4567-8DCD-50B0D4A62083}"/>
              </a:ext>
            </a:extLst>
          </p:cNvPr>
          <p:cNvSpPr/>
          <p:nvPr/>
        </p:nvSpPr>
        <p:spPr>
          <a:xfrm>
            <a:off x="7888773" y="1584036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椭圆 229">
            <a:extLst>
              <a:ext uri="{FF2B5EF4-FFF2-40B4-BE49-F238E27FC236}">
                <a16:creationId xmlns:a16="http://schemas.microsoft.com/office/drawing/2014/main" id="{03FEAF1D-0A79-4B31-A522-2B3B01FDB4E1}"/>
              </a:ext>
            </a:extLst>
          </p:cNvPr>
          <p:cNvSpPr/>
          <p:nvPr/>
        </p:nvSpPr>
        <p:spPr>
          <a:xfrm>
            <a:off x="7506027" y="2013527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椭圆 230">
            <a:extLst>
              <a:ext uri="{FF2B5EF4-FFF2-40B4-BE49-F238E27FC236}">
                <a16:creationId xmlns:a16="http://schemas.microsoft.com/office/drawing/2014/main" id="{2BF8447D-824F-4130-94E5-DB42C28224F8}"/>
              </a:ext>
            </a:extLst>
          </p:cNvPr>
          <p:cNvSpPr/>
          <p:nvPr/>
        </p:nvSpPr>
        <p:spPr>
          <a:xfrm>
            <a:off x="7888773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椭圆 231">
            <a:extLst>
              <a:ext uri="{FF2B5EF4-FFF2-40B4-BE49-F238E27FC236}">
                <a16:creationId xmlns:a16="http://schemas.microsoft.com/office/drawing/2014/main" id="{1D72F6B6-44A4-46BC-977B-CF54DCC9DA34}"/>
              </a:ext>
            </a:extLst>
          </p:cNvPr>
          <p:cNvSpPr/>
          <p:nvPr/>
        </p:nvSpPr>
        <p:spPr>
          <a:xfrm>
            <a:off x="8271519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椭圆 232">
            <a:extLst>
              <a:ext uri="{FF2B5EF4-FFF2-40B4-BE49-F238E27FC236}">
                <a16:creationId xmlns:a16="http://schemas.microsoft.com/office/drawing/2014/main" id="{95EA13DF-B0D2-466E-914D-B680DDCCC788}"/>
              </a:ext>
            </a:extLst>
          </p:cNvPr>
          <p:cNvSpPr/>
          <p:nvPr/>
        </p:nvSpPr>
        <p:spPr>
          <a:xfrm>
            <a:off x="8650209" y="1584036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椭圆 233">
            <a:extLst>
              <a:ext uri="{FF2B5EF4-FFF2-40B4-BE49-F238E27FC236}">
                <a16:creationId xmlns:a16="http://schemas.microsoft.com/office/drawing/2014/main" id="{FBB156A3-1D4C-405C-B384-5A457411C4C4}"/>
              </a:ext>
            </a:extLst>
          </p:cNvPr>
          <p:cNvSpPr/>
          <p:nvPr/>
        </p:nvSpPr>
        <p:spPr>
          <a:xfrm>
            <a:off x="8267463" y="2013527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椭圆 234">
            <a:extLst>
              <a:ext uri="{FF2B5EF4-FFF2-40B4-BE49-F238E27FC236}">
                <a16:creationId xmlns:a16="http://schemas.microsoft.com/office/drawing/2014/main" id="{D89847D4-4FE2-430B-92CD-7DB4605FF70E}"/>
              </a:ext>
            </a:extLst>
          </p:cNvPr>
          <p:cNvSpPr/>
          <p:nvPr/>
        </p:nvSpPr>
        <p:spPr>
          <a:xfrm>
            <a:off x="8650209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椭圆 235">
            <a:extLst>
              <a:ext uri="{FF2B5EF4-FFF2-40B4-BE49-F238E27FC236}">
                <a16:creationId xmlns:a16="http://schemas.microsoft.com/office/drawing/2014/main" id="{647E1DE0-D3ED-47EF-B873-FF3D92F6105E}"/>
              </a:ext>
            </a:extLst>
          </p:cNvPr>
          <p:cNvSpPr/>
          <p:nvPr/>
        </p:nvSpPr>
        <p:spPr>
          <a:xfrm>
            <a:off x="9040300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椭圆 236">
            <a:extLst>
              <a:ext uri="{FF2B5EF4-FFF2-40B4-BE49-F238E27FC236}">
                <a16:creationId xmlns:a16="http://schemas.microsoft.com/office/drawing/2014/main" id="{1DA798AC-40FD-45B1-8311-441E83D94968}"/>
              </a:ext>
            </a:extLst>
          </p:cNvPr>
          <p:cNvSpPr/>
          <p:nvPr/>
        </p:nvSpPr>
        <p:spPr>
          <a:xfrm>
            <a:off x="9418990" y="1584036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E4BE5A22-A767-4FC7-BE3C-BC3B9B887B35}"/>
              </a:ext>
            </a:extLst>
          </p:cNvPr>
          <p:cNvSpPr/>
          <p:nvPr/>
        </p:nvSpPr>
        <p:spPr>
          <a:xfrm>
            <a:off x="9036244" y="2013527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53AD1E51-A334-447D-8BC8-61758A060780}"/>
              </a:ext>
            </a:extLst>
          </p:cNvPr>
          <p:cNvSpPr/>
          <p:nvPr/>
        </p:nvSpPr>
        <p:spPr>
          <a:xfrm>
            <a:off x="9418990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B5EC9E60-64A8-40B3-9D71-25668A5F6CAF}"/>
              </a:ext>
            </a:extLst>
          </p:cNvPr>
          <p:cNvSpPr/>
          <p:nvPr/>
        </p:nvSpPr>
        <p:spPr>
          <a:xfrm>
            <a:off x="9801736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79F50081-AD7F-4086-85DC-73E4CEF1B8CE}"/>
              </a:ext>
            </a:extLst>
          </p:cNvPr>
          <p:cNvSpPr/>
          <p:nvPr/>
        </p:nvSpPr>
        <p:spPr>
          <a:xfrm>
            <a:off x="10180426" y="1584036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A83C84D6-BE85-4786-B5B6-9D906D687979}"/>
              </a:ext>
            </a:extLst>
          </p:cNvPr>
          <p:cNvSpPr/>
          <p:nvPr/>
        </p:nvSpPr>
        <p:spPr>
          <a:xfrm>
            <a:off x="9797680" y="2013527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EF51FBB8-D9A7-4F70-A8F0-6EB8246B29CB}"/>
              </a:ext>
            </a:extLst>
          </p:cNvPr>
          <p:cNvSpPr/>
          <p:nvPr/>
        </p:nvSpPr>
        <p:spPr>
          <a:xfrm>
            <a:off x="10180426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椭圆 243">
            <a:extLst>
              <a:ext uri="{FF2B5EF4-FFF2-40B4-BE49-F238E27FC236}">
                <a16:creationId xmlns:a16="http://schemas.microsoft.com/office/drawing/2014/main" id="{B9BCA7DB-0A16-4141-8CDC-174DBD80D80A}"/>
              </a:ext>
            </a:extLst>
          </p:cNvPr>
          <p:cNvSpPr/>
          <p:nvPr/>
        </p:nvSpPr>
        <p:spPr>
          <a:xfrm>
            <a:off x="10570517" y="158403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椭圆 244">
            <a:extLst>
              <a:ext uri="{FF2B5EF4-FFF2-40B4-BE49-F238E27FC236}">
                <a16:creationId xmlns:a16="http://schemas.microsoft.com/office/drawing/2014/main" id="{23A2DF25-20E2-4EC3-A109-9E6228DC8024}"/>
              </a:ext>
            </a:extLst>
          </p:cNvPr>
          <p:cNvSpPr/>
          <p:nvPr/>
        </p:nvSpPr>
        <p:spPr>
          <a:xfrm>
            <a:off x="10949207" y="1584036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椭圆 245">
            <a:extLst>
              <a:ext uri="{FF2B5EF4-FFF2-40B4-BE49-F238E27FC236}">
                <a16:creationId xmlns:a16="http://schemas.microsoft.com/office/drawing/2014/main" id="{4727F27F-F799-49D1-A5EF-7CB7DB30DFE4}"/>
              </a:ext>
            </a:extLst>
          </p:cNvPr>
          <p:cNvSpPr/>
          <p:nvPr/>
        </p:nvSpPr>
        <p:spPr>
          <a:xfrm>
            <a:off x="10566461" y="2013527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椭圆 246">
            <a:extLst>
              <a:ext uri="{FF2B5EF4-FFF2-40B4-BE49-F238E27FC236}">
                <a16:creationId xmlns:a16="http://schemas.microsoft.com/office/drawing/2014/main" id="{08217A0E-44C7-4229-965C-96029E8C213A}"/>
              </a:ext>
            </a:extLst>
          </p:cNvPr>
          <p:cNvSpPr/>
          <p:nvPr/>
        </p:nvSpPr>
        <p:spPr>
          <a:xfrm>
            <a:off x="10949207" y="201352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椭圆 247">
            <a:extLst>
              <a:ext uri="{FF2B5EF4-FFF2-40B4-BE49-F238E27FC236}">
                <a16:creationId xmlns:a16="http://schemas.microsoft.com/office/drawing/2014/main" id="{32AEF29B-B401-4A61-818B-4FF4BA8D3915}"/>
              </a:ext>
            </a:extLst>
          </p:cNvPr>
          <p:cNvSpPr/>
          <p:nvPr/>
        </p:nvSpPr>
        <p:spPr>
          <a:xfrm>
            <a:off x="6737246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椭圆 248">
            <a:extLst>
              <a:ext uri="{FF2B5EF4-FFF2-40B4-BE49-F238E27FC236}">
                <a16:creationId xmlns:a16="http://schemas.microsoft.com/office/drawing/2014/main" id="{767B9682-B7CA-4B0E-A099-7AD7FE8C78A6}"/>
              </a:ext>
            </a:extLst>
          </p:cNvPr>
          <p:cNvSpPr/>
          <p:nvPr/>
        </p:nvSpPr>
        <p:spPr>
          <a:xfrm>
            <a:off x="7115936" y="2448947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椭圆 249">
            <a:extLst>
              <a:ext uri="{FF2B5EF4-FFF2-40B4-BE49-F238E27FC236}">
                <a16:creationId xmlns:a16="http://schemas.microsoft.com/office/drawing/2014/main" id="{1E154F3C-1B72-4CDE-A514-83E19DFB29AF}"/>
              </a:ext>
            </a:extLst>
          </p:cNvPr>
          <p:cNvSpPr/>
          <p:nvPr/>
        </p:nvSpPr>
        <p:spPr>
          <a:xfrm>
            <a:off x="6733190" y="2878438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椭圆 250">
            <a:extLst>
              <a:ext uri="{FF2B5EF4-FFF2-40B4-BE49-F238E27FC236}">
                <a16:creationId xmlns:a16="http://schemas.microsoft.com/office/drawing/2014/main" id="{B4B0ED29-60D9-439F-B060-7A4999D4982D}"/>
              </a:ext>
            </a:extLst>
          </p:cNvPr>
          <p:cNvSpPr/>
          <p:nvPr/>
        </p:nvSpPr>
        <p:spPr>
          <a:xfrm>
            <a:off x="7115936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椭圆 251">
            <a:extLst>
              <a:ext uri="{FF2B5EF4-FFF2-40B4-BE49-F238E27FC236}">
                <a16:creationId xmlns:a16="http://schemas.microsoft.com/office/drawing/2014/main" id="{6E36AA1C-2FA5-4400-8933-4D40F6BE1F28}"/>
              </a:ext>
            </a:extLst>
          </p:cNvPr>
          <p:cNvSpPr/>
          <p:nvPr/>
        </p:nvSpPr>
        <p:spPr>
          <a:xfrm>
            <a:off x="7506027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7AE9EF04-767B-48BF-9D6D-0955D7638CBC}"/>
              </a:ext>
            </a:extLst>
          </p:cNvPr>
          <p:cNvSpPr/>
          <p:nvPr/>
        </p:nvSpPr>
        <p:spPr>
          <a:xfrm>
            <a:off x="7884717" y="2448947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4" name="椭圆 253">
            <a:extLst>
              <a:ext uri="{FF2B5EF4-FFF2-40B4-BE49-F238E27FC236}">
                <a16:creationId xmlns:a16="http://schemas.microsoft.com/office/drawing/2014/main" id="{DBBB5FE2-A249-450C-A7FD-2115A47C7C94}"/>
              </a:ext>
            </a:extLst>
          </p:cNvPr>
          <p:cNvSpPr/>
          <p:nvPr/>
        </p:nvSpPr>
        <p:spPr>
          <a:xfrm>
            <a:off x="7501971" y="2878438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7E3EF046-7A42-42C7-9A2A-494B7AC3D43C}"/>
              </a:ext>
            </a:extLst>
          </p:cNvPr>
          <p:cNvSpPr/>
          <p:nvPr/>
        </p:nvSpPr>
        <p:spPr>
          <a:xfrm>
            <a:off x="7884717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97882442-BE2D-4E1E-82B9-394C23A2616B}"/>
              </a:ext>
            </a:extLst>
          </p:cNvPr>
          <p:cNvSpPr/>
          <p:nvPr/>
        </p:nvSpPr>
        <p:spPr>
          <a:xfrm>
            <a:off x="8267463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0C28ECC8-74E2-4F9A-B5B3-9746B6184A7D}"/>
              </a:ext>
            </a:extLst>
          </p:cNvPr>
          <p:cNvSpPr/>
          <p:nvPr/>
        </p:nvSpPr>
        <p:spPr>
          <a:xfrm>
            <a:off x="8646153" y="2448947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4EE7BAC4-3513-4801-AE82-1AF35011DCE3}"/>
              </a:ext>
            </a:extLst>
          </p:cNvPr>
          <p:cNvSpPr/>
          <p:nvPr/>
        </p:nvSpPr>
        <p:spPr>
          <a:xfrm>
            <a:off x="8263407" y="2878438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A96B6D78-0CC1-474F-868A-D19BF157311F}"/>
              </a:ext>
            </a:extLst>
          </p:cNvPr>
          <p:cNvSpPr/>
          <p:nvPr/>
        </p:nvSpPr>
        <p:spPr>
          <a:xfrm>
            <a:off x="8646153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C1349F8B-A159-4DB0-9E2D-138F0B52E6D5}"/>
              </a:ext>
            </a:extLst>
          </p:cNvPr>
          <p:cNvSpPr/>
          <p:nvPr/>
        </p:nvSpPr>
        <p:spPr>
          <a:xfrm>
            <a:off x="9036244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1" name="椭圆 260">
            <a:extLst>
              <a:ext uri="{FF2B5EF4-FFF2-40B4-BE49-F238E27FC236}">
                <a16:creationId xmlns:a16="http://schemas.microsoft.com/office/drawing/2014/main" id="{8AC36C0C-E7A1-4D07-858F-C7B3EC5F873D}"/>
              </a:ext>
            </a:extLst>
          </p:cNvPr>
          <p:cNvSpPr/>
          <p:nvPr/>
        </p:nvSpPr>
        <p:spPr>
          <a:xfrm>
            <a:off x="9414934" y="2448947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椭圆 261">
            <a:extLst>
              <a:ext uri="{FF2B5EF4-FFF2-40B4-BE49-F238E27FC236}">
                <a16:creationId xmlns:a16="http://schemas.microsoft.com/office/drawing/2014/main" id="{773497F1-A76D-4922-8BA1-602103DEA5C9}"/>
              </a:ext>
            </a:extLst>
          </p:cNvPr>
          <p:cNvSpPr/>
          <p:nvPr/>
        </p:nvSpPr>
        <p:spPr>
          <a:xfrm>
            <a:off x="9032188" y="2878438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3" name="椭圆 262">
            <a:extLst>
              <a:ext uri="{FF2B5EF4-FFF2-40B4-BE49-F238E27FC236}">
                <a16:creationId xmlns:a16="http://schemas.microsoft.com/office/drawing/2014/main" id="{1AA5F245-5EA7-4CCE-8A11-256B5698184A}"/>
              </a:ext>
            </a:extLst>
          </p:cNvPr>
          <p:cNvSpPr/>
          <p:nvPr/>
        </p:nvSpPr>
        <p:spPr>
          <a:xfrm>
            <a:off x="9414934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4" name="椭圆 263">
            <a:extLst>
              <a:ext uri="{FF2B5EF4-FFF2-40B4-BE49-F238E27FC236}">
                <a16:creationId xmlns:a16="http://schemas.microsoft.com/office/drawing/2014/main" id="{060643C4-2B8D-4E4E-9483-DEF83C998FE5}"/>
              </a:ext>
            </a:extLst>
          </p:cNvPr>
          <p:cNvSpPr/>
          <p:nvPr/>
        </p:nvSpPr>
        <p:spPr>
          <a:xfrm>
            <a:off x="9797680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椭圆 264">
            <a:extLst>
              <a:ext uri="{FF2B5EF4-FFF2-40B4-BE49-F238E27FC236}">
                <a16:creationId xmlns:a16="http://schemas.microsoft.com/office/drawing/2014/main" id="{BE02FD01-6E9C-4065-887E-A2B1EAE8D774}"/>
              </a:ext>
            </a:extLst>
          </p:cNvPr>
          <p:cNvSpPr/>
          <p:nvPr/>
        </p:nvSpPr>
        <p:spPr>
          <a:xfrm>
            <a:off x="10176370" y="2448947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椭圆 265">
            <a:extLst>
              <a:ext uri="{FF2B5EF4-FFF2-40B4-BE49-F238E27FC236}">
                <a16:creationId xmlns:a16="http://schemas.microsoft.com/office/drawing/2014/main" id="{8BC1DD73-A8D2-4723-AEB0-949A0D498DA9}"/>
              </a:ext>
            </a:extLst>
          </p:cNvPr>
          <p:cNvSpPr/>
          <p:nvPr/>
        </p:nvSpPr>
        <p:spPr>
          <a:xfrm>
            <a:off x="9793624" y="2878438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椭圆 266">
            <a:extLst>
              <a:ext uri="{FF2B5EF4-FFF2-40B4-BE49-F238E27FC236}">
                <a16:creationId xmlns:a16="http://schemas.microsoft.com/office/drawing/2014/main" id="{C8F122D1-198B-4593-A4BB-4BC31CF97877}"/>
              </a:ext>
            </a:extLst>
          </p:cNvPr>
          <p:cNvSpPr/>
          <p:nvPr/>
        </p:nvSpPr>
        <p:spPr>
          <a:xfrm>
            <a:off x="10176370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椭圆 267">
            <a:extLst>
              <a:ext uri="{FF2B5EF4-FFF2-40B4-BE49-F238E27FC236}">
                <a16:creationId xmlns:a16="http://schemas.microsoft.com/office/drawing/2014/main" id="{A59A7217-527D-4DEE-97CC-AF08D7EE563C}"/>
              </a:ext>
            </a:extLst>
          </p:cNvPr>
          <p:cNvSpPr/>
          <p:nvPr/>
        </p:nvSpPr>
        <p:spPr>
          <a:xfrm>
            <a:off x="10566461" y="2448947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椭圆 268">
            <a:extLst>
              <a:ext uri="{FF2B5EF4-FFF2-40B4-BE49-F238E27FC236}">
                <a16:creationId xmlns:a16="http://schemas.microsoft.com/office/drawing/2014/main" id="{90FE3E62-60D9-4647-ADD6-F577159285B3}"/>
              </a:ext>
            </a:extLst>
          </p:cNvPr>
          <p:cNvSpPr/>
          <p:nvPr/>
        </p:nvSpPr>
        <p:spPr>
          <a:xfrm>
            <a:off x="10945151" y="2448947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椭圆 269">
            <a:extLst>
              <a:ext uri="{FF2B5EF4-FFF2-40B4-BE49-F238E27FC236}">
                <a16:creationId xmlns:a16="http://schemas.microsoft.com/office/drawing/2014/main" id="{170FE713-B037-4F70-B50F-03CFAE3C2CB4}"/>
              </a:ext>
            </a:extLst>
          </p:cNvPr>
          <p:cNvSpPr/>
          <p:nvPr/>
        </p:nvSpPr>
        <p:spPr>
          <a:xfrm>
            <a:off x="10562405" y="2878438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1" name="椭圆 270">
            <a:extLst>
              <a:ext uri="{FF2B5EF4-FFF2-40B4-BE49-F238E27FC236}">
                <a16:creationId xmlns:a16="http://schemas.microsoft.com/office/drawing/2014/main" id="{1823B074-F176-4BA3-A8D0-4ED6E5065DAE}"/>
              </a:ext>
            </a:extLst>
          </p:cNvPr>
          <p:cNvSpPr/>
          <p:nvPr/>
        </p:nvSpPr>
        <p:spPr>
          <a:xfrm>
            <a:off x="10945151" y="2878438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椭圆 271">
            <a:extLst>
              <a:ext uri="{FF2B5EF4-FFF2-40B4-BE49-F238E27FC236}">
                <a16:creationId xmlns:a16="http://schemas.microsoft.com/office/drawing/2014/main" id="{4A72E213-2AAD-4514-8075-ACA3C1ECFD8C}"/>
              </a:ext>
            </a:extLst>
          </p:cNvPr>
          <p:cNvSpPr/>
          <p:nvPr/>
        </p:nvSpPr>
        <p:spPr>
          <a:xfrm>
            <a:off x="6745358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椭圆 272">
            <a:extLst>
              <a:ext uri="{FF2B5EF4-FFF2-40B4-BE49-F238E27FC236}">
                <a16:creationId xmlns:a16="http://schemas.microsoft.com/office/drawing/2014/main" id="{E5781DC4-A28B-45EE-B902-0F1E4D5ABFF9}"/>
              </a:ext>
            </a:extLst>
          </p:cNvPr>
          <p:cNvSpPr/>
          <p:nvPr/>
        </p:nvSpPr>
        <p:spPr>
          <a:xfrm>
            <a:off x="7124048" y="3291454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椭圆 273">
            <a:extLst>
              <a:ext uri="{FF2B5EF4-FFF2-40B4-BE49-F238E27FC236}">
                <a16:creationId xmlns:a16="http://schemas.microsoft.com/office/drawing/2014/main" id="{4B2B29FB-7D17-4626-A4C7-EA413C445AEF}"/>
              </a:ext>
            </a:extLst>
          </p:cNvPr>
          <p:cNvSpPr/>
          <p:nvPr/>
        </p:nvSpPr>
        <p:spPr>
          <a:xfrm>
            <a:off x="6741302" y="3720945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5" name="椭圆 274">
            <a:extLst>
              <a:ext uri="{FF2B5EF4-FFF2-40B4-BE49-F238E27FC236}">
                <a16:creationId xmlns:a16="http://schemas.microsoft.com/office/drawing/2014/main" id="{5A3A9A71-B4FB-40DC-A54E-342D11D75A34}"/>
              </a:ext>
            </a:extLst>
          </p:cNvPr>
          <p:cNvSpPr/>
          <p:nvPr/>
        </p:nvSpPr>
        <p:spPr>
          <a:xfrm>
            <a:off x="7124048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" name="椭圆 275">
            <a:extLst>
              <a:ext uri="{FF2B5EF4-FFF2-40B4-BE49-F238E27FC236}">
                <a16:creationId xmlns:a16="http://schemas.microsoft.com/office/drawing/2014/main" id="{438BEA29-04BE-45B8-995D-975BF339BB0E}"/>
              </a:ext>
            </a:extLst>
          </p:cNvPr>
          <p:cNvSpPr/>
          <p:nvPr/>
        </p:nvSpPr>
        <p:spPr>
          <a:xfrm>
            <a:off x="7514139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7" name="椭圆 276">
            <a:extLst>
              <a:ext uri="{FF2B5EF4-FFF2-40B4-BE49-F238E27FC236}">
                <a16:creationId xmlns:a16="http://schemas.microsoft.com/office/drawing/2014/main" id="{43646A09-51F9-41E6-8ACE-93880D2954D9}"/>
              </a:ext>
            </a:extLst>
          </p:cNvPr>
          <p:cNvSpPr/>
          <p:nvPr/>
        </p:nvSpPr>
        <p:spPr>
          <a:xfrm>
            <a:off x="7892829" y="3291454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8" name="椭圆 277">
            <a:extLst>
              <a:ext uri="{FF2B5EF4-FFF2-40B4-BE49-F238E27FC236}">
                <a16:creationId xmlns:a16="http://schemas.microsoft.com/office/drawing/2014/main" id="{503338E9-32AE-4B58-8A3D-1C6BD53FB8E0}"/>
              </a:ext>
            </a:extLst>
          </p:cNvPr>
          <p:cNvSpPr/>
          <p:nvPr/>
        </p:nvSpPr>
        <p:spPr>
          <a:xfrm>
            <a:off x="7510083" y="3720945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9" name="椭圆 278">
            <a:extLst>
              <a:ext uri="{FF2B5EF4-FFF2-40B4-BE49-F238E27FC236}">
                <a16:creationId xmlns:a16="http://schemas.microsoft.com/office/drawing/2014/main" id="{B35D74EE-B26F-4036-A6FB-110E19EB8AB3}"/>
              </a:ext>
            </a:extLst>
          </p:cNvPr>
          <p:cNvSpPr/>
          <p:nvPr/>
        </p:nvSpPr>
        <p:spPr>
          <a:xfrm>
            <a:off x="7892829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0" name="椭圆 279">
            <a:extLst>
              <a:ext uri="{FF2B5EF4-FFF2-40B4-BE49-F238E27FC236}">
                <a16:creationId xmlns:a16="http://schemas.microsoft.com/office/drawing/2014/main" id="{01E55B83-7710-4DB8-9BB1-78312FA11ABE}"/>
              </a:ext>
            </a:extLst>
          </p:cNvPr>
          <p:cNvSpPr/>
          <p:nvPr/>
        </p:nvSpPr>
        <p:spPr>
          <a:xfrm>
            <a:off x="8275575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1" name="椭圆 280">
            <a:extLst>
              <a:ext uri="{FF2B5EF4-FFF2-40B4-BE49-F238E27FC236}">
                <a16:creationId xmlns:a16="http://schemas.microsoft.com/office/drawing/2014/main" id="{D863A65E-B126-499C-8A36-01D6AE8D1EA7}"/>
              </a:ext>
            </a:extLst>
          </p:cNvPr>
          <p:cNvSpPr/>
          <p:nvPr/>
        </p:nvSpPr>
        <p:spPr>
          <a:xfrm>
            <a:off x="8654265" y="3291454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2" name="椭圆 281">
            <a:extLst>
              <a:ext uri="{FF2B5EF4-FFF2-40B4-BE49-F238E27FC236}">
                <a16:creationId xmlns:a16="http://schemas.microsoft.com/office/drawing/2014/main" id="{E246DBFF-01FC-4D51-90B1-EAE239130AD2}"/>
              </a:ext>
            </a:extLst>
          </p:cNvPr>
          <p:cNvSpPr/>
          <p:nvPr/>
        </p:nvSpPr>
        <p:spPr>
          <a:xfrm>
            <a:off x="8271519" y="3720945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3" name="椭圆 282">
            <a:extLst>
              <a:ext uri="{FF2B5EF4-FFF2-40B4-BE49-F238E27FC236}">
                <a16:creationId xmlns:a16="http://schemas.microsoft.com/office/drawing/2014/main" id="{B6304C52-B420-4F2A-841A-73E5F2197774}"/>
              </a:ext>
            </a:extLst>
          </p:cNvPr>
          <p:cNvSpPr/>
          <p:nvPr/>
        </p:nvSpPr>
        <p:spPr>
          <a:xfrm>
            <a:off x="8654265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椭圆 283">
            <a:extLst>
              <a:ext uri="{FF2B5EF4-FFF2-40B4-BE49-F238E27FC236}">
                <a16:creationId xmlns:a16="http://schemas.microsoft.com/office/drawing/2014/main" id="{CF1DDA63-16E5-42ED-9152-B9119492E619}"/>
              </a:ext>
            </a:extLst>
          </p:cNvPr>
          <p:cNvSpPr/>
          <p:nvPr/>
        </p:nvSpPr>
        <p:spPr>
          <a:xfrm>
            <a:off x="9044356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5" name="椭圆 284">
            <a:extLst>
              <a:ext uri="{FF2B5EF4-FFF2-40B4-BE49-F238E27FC236}">
                <a16:creationId xmlns:a16="http://schemas.microsoft.com/office/drawing/2014/main" id="{B78FC684-C64A-43EC-851A-7D65C0933636}"/>
              </a:ext>
            </a:extLst>
          </p:cNvPr>
          <p:cNvSpPr/>
          <p:nvPr/>
        </p:nvSpPr>
        <p:spPr>
          <a:xfrm>
            <a:off x="9423046" y="3291454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6" name="椭圆 285">
            <a:extLst>
              <a:ext uri="{FF2B5EF4-FFF2-40B4-BE49-F238E27FC236}">
                <a16:creationId xmlns:a16="http://schemas.microsoft.com/office/drawing/2014/main" id="{2BD23CA9-8965-4B92-A54F-A9CAD6EDDD27}"/>
              </a:ext>
            </a:extLst>
          </p:cNvPr>
          <p:cNvSpPr/>
          <p:nvPr/>
        </p:nvSpPr>
        <p:spPr>
          <a:xfrm>
            <a:off x="9040300" y="3720945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7" name="椭圆 286">
            <a:extLst>
              <a:ext uri="{FF2B5EF4-FFF2-40B4-BE49-F238E27FC236}">
                <a16:creationId xmlns:a16="http://schemas.microsoft.com/office/drawing/2014/main" id="{F48BCD33-A9C8-4227-9B1C-A073F27FA58E}"/>
              </a:ext>
            </a:extLst>
          </p:cNvPr>
          <p:cNvSpPr/>
          <p:nvPr/>
        </p:nvSpPr>
        <p:spPr>
          <a:xfrm>
            <a:off x="9423046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8" name="椭圆 287">
            <a:extLst>
              <a:ext uri="{FF2B5EF4-FFF2-40B4-BE49-F238E27FC236}">
                <a16:creationId xmlns:a16="http://schemas.microsoft.com/office/drawing/2014/main" id="{80357443-5A09-4C7F-9EB0-0786B5021451}"/>
              </a:ext>
            </a:extLst>
          </p:cNvPr>
          <p:cNvSpPr/>
          <p:nvPr/>
        </p:nvSpPr>
        <p:spPr>
          <a:xfrm>
            <a:off x="9805792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9" name="椭圆 288">
            <a:extLst>
              <a:ext uri="{FF2B5EF4-FFF2-40B4-BE49-F238E27FC236}">
                <a16:creationId xmlns:a16="http://schemas.microsoft.com/office/drawing/2014/main" id="{D04345D8-B12A-431A-BEB9-84F95763A969}"/>
              </a:ext>
            </a:extLst>
          </p:cNvPr>
          <p:cNvSpPr/>
          <p:nvPr/>
        </p:nvSpPr>
        <p:spPr>
          <a:xfrm>
            <a:off x="10184482" y="3291454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0" name="椭圆 289">
            <a:extLst>
              <a:ext uri="{FF2B5EF4-FFF2-40B4-BE49-F238E27FC236}">
                <a16:creationId xmlns:a16="http://schemas.microsoft.com/office/drawing/2014/main" id="{947EE788-0210-4EE6-A51C-9BB8FE446DF0}"/>
              </a:ext>
            </a:extLst>
          </p:cNvPr>
          <p:cNvSpPr/>
          <p:nvPr/>
        </p:nvSpPr>
        <p:spPr>
          <a:xfrm>
            <a:off x="9801736" y="3720945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1" name="椭圆 290">
            <a:extLst>
              <a:ext uri="{FF2B5EF4-FFF2-40B4-BE49-F238E27FC236}">
                <a16:creationId xmlns:a16="http://schemas.microsoft.com/office/drawing/2014/main" id="{F5ECD90C-F484-4C10-A815-00B0A53F1625}"/>
              </a:ext>
            </a:extLst>
          </p:cNvPr>
          <p:cNvSpPr/>
          <p:nvPr/>
        </p:nvSpPr>
        <p:spPr>
          <a:xfrm>
            <a:off x="10184482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2" name="椭圆 291">
            <a:extLst>
              <a:ext uri="{FF2B5EF4-FFF2-40B4-BE49-F238E27FC236}">
                <a16:creationId xmlns:a16="http://schemas.microsoft.com/office/drawing/2014/main" id="{BD8957A8-445D-4C25-A343-71D85C477E55}"/>
              </a:ext>
            </a:extLst>
          </p:cNvPr>
          <p:cNvSpPr/>
          <p:nvPr/>
        </p:nvSpPr>
        <p:spPr>
          <a:xfrm>
            <a:off x="10574573" y="329145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3" name="椭圆 292">
            <a:extLst>
              <a:ext uri="{FF2B5EF4-FFF2-40B4-BE49-F238E27FC236}">
                <a16:creationId xmlns:a16="http://schemas.microsoft.com/office/drawing/2014/main" id="{337BBE24-063C-4FD0-9526-724D89B79EA4}"/>
              </a:ext>
            </a:extLst>
          </p:cNvPr>
          <p:cNvSpPr/>
          <p:nvPr/>
        </p:nvSpPr>
        <p:spPr>
          <a:xfrm>
            <a:off x="10953263" y="3291454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4" name="椭圆 293">
            <a:extLst>
              <a:ext uri="{FF2B5EF4-FFF2-40B4-BE49-F238E27FC236}">
                <a16:creationId xmlns:a16="http://schemas.microsoft.com/office/drawing/2014/main" id="{3316B78F-5E56-4DBC-B0F2-A2C78DF23ACE}"/>
              </a:ext>
            </a:extLst>
          </p:cNvPr>
          <p:cNvSpPr/>
          <p:nvPr/>
        </p:nvSpPr>
        <p:spPr>
          <a:xfrm>
            <a:off x="10570517" y="3720945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5" name="椭圆 294">
            <a:extLst>
              <a:ext uri="{FF2B5EF4-FFF2-40B4-BE49-F238E27FC236}">
                <a16:creationId xmlns:a16="http://schemas.microsoft.com/office/drawing/2014/main" id="{CCEE7C29-BE66-4CA7-86A5-B74ED5C7B717}"/>
              </a:ext>
            </a:extLst>
          </p:cNvPr>
          <p:cNvSpPr/>
          <p:nvPr/>
        </p:nvSpPr>
        <p:spPr>
          <a:xfrm>
            <a:off x="10953263" y="372094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6" name="椭圆 295">
            <a:extLst>
              <a:ext uri="{FF2B5EF4-FFF2-40B4-BE49-F238E27FC236}">
                <a16:creationId xmlns:a16="http://schemas.microsoft.com/office/drawing/2014/main" id="{4EE27B78-8567-4309-A8C8-A2646694EC2B}"/>
              </a:ext>
            </a:extLst>
          </p:cNvPr>
          <p:cNvSpPr/>
          <p:nvPr/>
        </p:nvSpPr>
        <p:spPr>
          <a:xfrm>
            <a:off x="6741302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7" name="椭圆 296">
            <a:extLst>
              <a:ext uri="{FF2B5EF4-FFF2-40B4-BE49-F238E27FC236}">
                <a16:creationId xmlns:a16="http://schemas.microsoft.com/office/drawing/2014/main" id="{AFF248B4-5116-4531-8BD2-FBDD819F069B}"/>
              </a:ext>
            </a:extLst>
          </p:cNvPr>
          <p:cNvSpPr/>
          <p:nvPr/>
        </p:nvSpPr>
        <p:spPr>
          <a:xfrm>
            <a:off x="7119992" y="4156365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8" name="椭圆 297">
            <a:extLst>
              <a:ext uri="{FF2B5EF4-FFF2-40B4-BE49-F238E27FC236}">
                <a16:creationId xmlns:a16="http://schemas.microsoft.com/office/drawing/2014/main" id="{3A90587B-23CA-4BB8-835F-396EE25C527C}"/>
              </a:ext>
            </a:extLst>
          </p:cNvPr>
          <p:cNvSpPr/>
          <p:nvPr/>
        </p:nvSpPr>
        <p:spPr>
          <a:xfrm>
            <a:off x="6737246" y="4585856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9" name="椭圆 298">
            <a:extLst>
              <a:ext uri="{FF2B5EF4-FFF2-40B4-BE49-F238E27FC236}">
                <a16:creationId xmlns:a16="http://schemas.microsoft.com/office/drawing/2014/main" id="{AED7C766-456F-4BAA-A690-05B834CB93E6}"/>
              </a:ext>
            </a:extLst>
          </p:cNvPr>
          <p:cNvSpPr/>
          <p:nvPr/>
        </p:nvSpPr>
        <p:spPr>
          <a:xfrm>
            <a:off x="7119992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0" name="椭圆 299">
            <a:extLst>
              <a:ext uri="{FF2B5EF4-FFF2-40B4-BE49-F238E27FC236}">
                <a16:creationId xmlns:a16="http://schemas.microsoft.com/office/drawing/2014/main" id="{935F5EB7-EA6B-41A9-AA33-B45A2771FF9D}"/>
              </a:ext>
            </a:extLst>
          </p:cNvPr>
          <p:cNvSpPr/>
          <p:nvPr/>
        </p:nvSpPr>
        <p:spPr>
          <a:xfrm>
            <a:off x="7510083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1" name="椭圆 300">
            <a:extLst>
              <a:ext uri="{FF2B5EF4-FFF2-40B4-BE49-F238E27FC236}">
                <a16:creationId xmlns:a16="http://schemas.microsoft.com/office/drawing/2014/main" id="{429C6781-8C33-4645-B259-6F1AC8551EB3}"/>
              </a:ext>
            </a:extLst>
          </p:cNvPr>
          <p:cNvSpPr/>
          <p:nvPr/>
        </p:nvSpPr>
        <p:spPr>
          <a:xfrm>
            <a:off x="7888773" y="4156365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2" name="椭圆 301">
            <a:extLst>
              <a:ext uri="{FF2B5EF4-FFF2-40B4-BE49-F238E27FC236}">
                <a16:creationId xmlns:a16="http://schemas.microsoft.com/office/drawing/2014/main" id="{71CE12BC-7B44-4F6A-81A1-69AA1D9CA869}"/>
              </a:ext>
            </a:extLst>
          </p:cNvPr>
          <p:cNvSpPr/>
          <p:nvPr/>
        </p:nvSpPr>
        <p:spPr>
          <a:xfrm>
            <a:off x="7506027" y="4585856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3" name="椭圆 302">
            <a:extLst>
              <a:ext uri="{FF2B5EF4-FFF2-40B4-BE49-F238E27FC236}">
                <a16:creationId xmlns:a16="http://schemas.microsoft.com/office/drawing/2014/main" id="{355AB495-BDBA-409F-9680-08BE5499F111}"/>
              </a:ext>
            </a:extLst>
          </p:cNvPr>
          <p:cNvSpPr/>
          <p:nvPr/>
        </p:nvSpPr>
        <p:spPr>
          <a:xfrm>
            <a:off x="7888773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4" name="椭圆 303">
            <a:extLst>
              <a:ext uri="{FF2B5EF4-FFF2-40B4-BE49-F238E27FC236}">
                <a16:creationId xmlns:a16="http://schemas.microsoft.com/office/drawing/2014/main" id="{7E24FEA0-4B04-4659-A604-270B122EB87A}"/>
              </a:ext>
            </a:extLst>
          </p:cNvPr>
          <p:cNvSpPr/>
          <p:nvPr/>
        </p:nvSpPr>
        <p:spPr>
          <a:xfrm>
            <a:off x="8271519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5" name="椭圆 304">
            <a:extLst>
              <a:ext uri="{FF2B5EF4-FFF2-40B4-BE49-F238E27FC236}">
                <a16:creationId xmlns:a16="http://schemas.microsoft.com/office/drawing/2014/main" id="{1346EFAC-4F9D-4EB5-BF1F-1B3F78560FD0}"/>
              </a:ext>
            </a:extLst>
          </p:cNvPr>
          <p:cNvSpPr/>
          <p:nvPr/>
        </p:nvSpPr>
        <p:spPr>
          <a:xfrm>
            <a:off x="8650209" y="4156365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6" name="椭圆 305">
            <a:extLst>
              <a:ext uri="{FF2B5EF4-FFF2-40B4-BE49-F238E27FC236}">
                <a16:creationId xmlns:a16="http://schemas.microsoft.com/office/drawing/2014/main" id="{3D085E82-9A0E-43F7-80CC-733AABC4DCF7}"/>
              </a:ext>
            </a:extLst>
          </p:cNvPr>
          <p:cNvSpPr/>
          <p:nvPr/>
        </p:nvSpPr>
        <p:spPr>
          <a:xfrm>
            <a:off x="8267463" y="4585856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7" name="椭圆 306">
            <a:extLst>
              <a:ext uri="{FF2B5EF4-FFF2-40B4-BE49-F238E27FC236}">
                <a16:creationId xmlns:a16="http://schemas.microsoft.com/office/drawing/2014/main" id="{05018784-4D98-4361-B80F-2DC4B658DE61}"/>
              </a:ext>
            </a:extLst>
          </p:cNvPr>
          <p:cNvSpPr/>
          <p:nvPr/>
        </p:nvSpPr>
        <p:spPr>
          <a:xfrm>
            <a:off x="8650209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8" name="椭圆 307">
            <a:extLst>
              <a:ext uri="{FF2B5EF4-FFF2-40B4-BE49-F238E27FC236}">
                <a16:creationId xmlns:a16="http://schemas.microsoft.com/office/drawing/2014/main" id="{8EA96A39-99DD-464F-BA1D-35ACD17CB34A}"/>
              </a:ext>
            </a:extLst>
          </p:cNvPr>
          <p:cNvSpPr/>
          <p:nvPr/>
        </p:nvSpPr>
        <p:spPr>
          <a:xfrm>
            <a:off x="9040300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9" name="椭圆 308">
            <a:extLst>
              <a:ext uri="{FF2B5EF4-FFF2-40B4-BE49-F238E27FC236}">
                <a16:creationId xmlns:a16="http://schemas.microsoft.com/office/drawing/2014/main" id="{DA9978EC-19E8-4F66-873E-E4DB14262C34}"/>
              </a:ext>
            </a:extLst>
          </p:cNvPr>
          <p:cNvSpPr/>
          <p:nvPr/>
        </p:nvSpPr>
        <p:spPr>
          <a:xfrm>
            <a:off x="9418990" y="4156365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0" name="椭圆 309">
            <a:extLst>
              <a:ext uri="{FF2B5EF4-FFF2-40B4-BE49-F238E27FC236}">
                <a16:creationId xmlns:a16="http://schemas.microsoft.com/office/drawing/2014/main" id="{CA5AFC0D-10B3-4E93-B56E-6E2ECEFB0EFB}"/>
              </a:ext>
            </a:extLst>
          </p:cNvPr>
          <p:cNvSpPr/>
          <p:nvPr/>
        </p:nvSpPr>
        <p:spPr>
          <a:xfrm>
            <a:off x="9036244" y="4585856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1" name="椭圆 310">
            <a:extLst>
              <a:ext uri="{FF2B5EF4-FFF2-40B4-BE49-F238E27FC236}">
                <a16:creationId xmlns:a16="http://schemas.microsoft.com/office/drawing/2014/main" id="{1A0BEBA6-12E9-4995-A2BA-DB87F6DE3A26}"/>
              </a:ext>
            </a:extLst>
          </p:cNvPr>
          <p:cNvSpPr/>
          <p:nvPr/>
        </p:nvSpPr>
        <p:spPr>
          <a:xfrm>
            <a:off x="9418990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2" name="椭圆 311">
            <a:extLst>
              <a:ext uri="{FF2B5EF4-FFF2-40B4-BE49-F238E27FC236}">
                <a16:creationId xmlns:a16="http://schemas.microsoft.com/office/drawing/2014/main" id="{D3F2E863-D515-415E-AB03-7AF59FB223B4}"/>
              </a:ext>
            </a:extLst>
          </p:cNvPr>
          <p:cNvSpPr/>
          <p:nvPr/>
        </p:nvSpPr>
        <p:spPr>
          <a:xfrm>
            <a:off x="9801736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3" name="椭圆 312">
            <a:extLst>
              <a:ext uri="{FF2B5EF4-FFF2-40B4-BE49-F238E27FC236}">
                <a16:creationId xmlns:a16="http://schemas.microsoft.com/office/drawing/2014/main" id="{96941811-74BF-4462-B62E-6B0D1B1EA938}"/>
              </a:ext>
            </a:extLst>
          </p:cNvPr>
          <p:cNvSpPr/>
          <p:nvPr/>
        </p:nvSpPr>
        <p:spPr>
          <a:xfrm>
            <a:off x="10180426" y="4156365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4" name="椭圆 313">
            <a:extLst>
              <a:ext uri="{FF2B5EF4-FFF2-40B4-BE49-F238E27FC236}">
                <a16:creationId xmlns:a16="http://schemas.microsoft.com/office/drawing/2014/main" id="{BC32F7D5-D70F-489D-864B-9469B7EEBCDE}"/>
              </a:ext>
            </a:extLst>
          </p:cNvPr>
          <p:cNvSpPr/>
          <p:nvPr/>
        </p:nvSpPr>
        <p:spPr>
          <a:xfrm>
            <a:off x="9797680" y="4585856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5" name="椭圆 314">
            <a:extLst>
              <a:ext uri="{FF2B5EF4-FFF2-40B4-BE49-F238E27FC236}">
                <a16:creationId xmlns:a16="http://schemas.microsoft.com/office/drawing/2014/main" id="{990752C7-F79B-4123-8904-14E8D2EAB997}"/>
              </a:ext>
            </a:extLst>
          </p:cNvPr>
          <p:cNvSpPr/>
          <p:nvPr/>
        </p:nvSpPr>
        <p:spPr>
          <a:xfrm>
            <a:off x="10180426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6" name="椭圆 315">
            <a:extLst>
              <a:ext uri="{FF2B5EF4-FFF2-40B4-BE49-F238E27FC236}">
                <a16:creationId xmlns:a16="http://schemas.microsoft.com/office/drawing/2014/main" id="{1059C9E6-C465-48DB-82D0-73596E34BAB7}"/>
              </a:ext>
            </a:extLst>
          </p:cNvPr>
          <p:cNvSpPr/>
          <p:nvPr/>
        </p:nvSpPr>
        <p:spPr>
          <a:xfrm>
            <a:off x="10570517" y="4156365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7" name="椭圆 316">
            <a:extLst>
              <a:ext uri="{FF2B5EF4-FFF2-40B4-BE49-F238E27FC236}">
                <a16:creationId xmlns:a16="http://schemas.microsoft.com/office/drawing/2014/main" id="{8A5DF5A3-26A7-4A8B-A7E9-ABF89371BBA8}"/>
              </a:ext>
            </a:extLst>
          </p:cNvPr>
          <p:cNvSpPr/>
          <p:nvPr/>
        </p:nvSpPr>
        <p:spPr>
          <a:xfrm>
            <a:off x="10949207" y="4156365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DCC4AE70-1C54-4653-817B-ABCD64C98888}"/>
              </a:ext>
            </a:extLst>
          </p:cNvPr>
          <p:cNvSpPr/>
          <p:nvPr/>
        </p:nvSpPr>
        <p:spPr>
          <a:xfrm>
            <a:off x="10566461" y="4585856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9" name="椭圆 318">
            <a:extLst>
              <a:ext uri="{FF2B5EF4-FFF2-40B4-BE49-F238E27FC236}">
                <a16:creationId xmlns:a16="http://schemas.microsoft.com/office/drawing/2014/main" id="{3DB8149B-94CB-4ACE-BAB5-7AC6220EB311}"/>
              </a:ext>
            </a:extLst>
          </p:cNvPr>
          <p:cNvSpPr/>
          <p:nvPr/>
        </p:nvSpPr>
        <p:spPr>
          <a:xfrm>
            <a:off x="10949207" y="4585856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3BA4789A-7F05-41B3-961E-45F3C73AF718}"/>
              </a:ext>
            </a:extLst>
          </p:cNvPr>
          <p:cNvSpPr/>
          <p:nvPr/>
        </p:nvSpPr>
        <p:spPr>
          <a:xfrm>
            <a:off x="6749414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椭圆 320">
            <a:extLst>
              <a:ext uri="{FF2B5EF4-FFF2-40B4-BE49-F238E27FC236}">
                <a16:creationId xmlns:a16="http://schemas.microsoft.com/office/drawing/2014/main" id="{D270AAEC-C4D5-4E62-8AC9-A41EF60766DC}"/>
              </a:ext>
            </a:extLst>
          </p:cNvPr>
          <p:cNvSpPr/>
          <p:nvPr/>
        </p:nvSpPr>
        <p:spPr>
          <a:xfrm>
            <a:off x="7128104" y="4998872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41FBBA3A-E50B-4491-B511-27C8DC2D8740}"/>
              </a:ext>
            </a:extLst>
          </p:cNvPr>
          <p:cNvSpPr/>
          <p:nvPr/>
        </p:nvSpPr>
        <p:spPr>
          <a:xfrm>
            <a:off x="6745358" y="5428363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3" name="椭圆 322">
            <a:extLst>
              <a:ext uri="{FF2B5EF4-FFF2-40B4-BE49-F238E27FC236}">
                <a16:creationId xmlns:a16="http://schemas.microsoft.com/office/drawing/2014/main" id="{B28D3635-7357-4178-8DE1-EF4843E1DE77}"/>
              </a:ext>
            </a:extLst>
          </p:cNvPr>
          <p:cNvSpPr/>
          <p:nvPr/>
        </p:nvSpPr>
        <p:spPr>
          <a:xfrm>
            <a:off x="7128104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D0BB3FEB-010E-42BC-804E-E658CB76515A}"/>
              </a:ext>
            </a:extLst>
          </p:cNvPr>
          <p:cNvSpPr/>
          <p:nvPr/>
        </p:nvSpPr>
        <p:spPr>
          <a:xfrm>
            <a:off x="7518195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5" name="椭圆 324">
            <a:extLst>
              <a:ext uri="{FF2B5EF4-FFF2-40B4-BE49-F238E27FC236}">
                <a16:creationId xmlns:a16="http://schemas.microsoft.com/office/drawing/2014/main" id="{88B31C94-21B4-4E64-8D12-ED9C250B4BA4}"/>
              </a:ext>
            </a:extLst>
          </p:cNvPr>
          <p:cNvSpPr/>
          <p:nvPr/>
        </p:nvSpPr>
        <p:spPr>
          <a:xfrm>
            <a:off x="7896885" y="4998872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CDAF9081-406A-4F02-B636-BEC043BABE9C}"/>
              </a:ext>
            </a:extLst>
          </p:cNvPr>
          <p:cNvSpPr/>
          <p:nvPr/>
        </p:nvSpPr>
        <p:spPr>
          <a:xfrm>
            <a:off x="7514139" y="5428363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7" name="椭圆 326">
            <a:extLst>
              <a:ext uri="{FF2B5EF4-FFF2-40B4-BE49-F238E27FC236}">
                <a16:creationId xmlns:a16="http://schemas.microsoft.com/office/drawing/2014/main" id="{9FB493F5-9B84-4224-8670-FA131EFE2673}"/>
              </a:ext>
            </a:extLst>
          </p:cNvPr>
          <p:cNvSpPr/>
          <p:nvPr/>
        </p:nvSpPr>
        <p:spPr>
          <a:xfrm>
            <a:off x="7896885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51575219-2E52-4F99-A652-801333BE74A9}"/>
              </a:ext>
            </a:extLst>
          </p:cNvPr>
          <p:cNvSpPr/>
          <p:nvPr/>
        </p:nvSpPr>
        <p:spPr>
          <a:xfrm>
            <a:off x="8279631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" name="椭圆 328">
            <a:extLst>
              <a:ext uri="{FF2B5EF4-FFF2-40B4-BE49-F238E27FC236}">
                <a16:creationId xmlns:a16="http://schemas.microsoft.com/office/drawing/2014/main" id="{B9492CD9-35BD-496E-9D2F-80832235BFD9}"/>
              </a:ext>
            </a:extLst>
          </p:cNvPr>
          <p:cNvSpPr/>
          <p:nvPr/>
        </p:nvSpPr>
        <p:spPr>
          <a:xfrm>
            <a:off x="8658321" y="4998872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A51D19D5-D2ED-4CA3-9158-C2521B8AD76B}"/>
              </a:ext>
            </a:extLst>
          </p:cNvPr>
          <p:cNvSpPr/>
          <p:nvPr/>
        </p:nvSpPr>
        <p:spPr>
          <a:xfrm>
            <a:off x="8275575" y="5428363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1" name="椭圆 330">
            <a:extLst>
              <a:ext uri="{FF2B5EF4-FFF2-40B4-BE49-F238E27FC236}">
                <a16:creationId xmlns:a16="http://schemas.microsoft.com/office/drawing/2014/main" id="{B250A4C6-0FFA-40A0-B208-2B73196DEB0B}"/>
              </a:ext>
            </a:extLst>
          </p:cNvPr>
          <p:cNvSpPr/>
          <p:nvPr/>
        </p:nvSpPr>
        <p:spPr>
          <a:xfrm>
            <a:off x="8658321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椭圆 331">
            <a:extLst>
              <a:ext uri="{FF2B5EF4-FFF2-40B4-BE49-F238E27FC236}">
                <a16:creationId xmlns:a16="http://schemas.microsoft.com/office/drawing/2014/main" id="{7888CE88-027D-4ECA-A049-C5D016E20F60}"/>
              </a:ext>
            </a:extLst>
          </p:cNvPr>
          <p:cNvSpPr/>
          <p:nvPr/>
        </p:nvSpPr>
        <p:spPr>
          <a:xfrm>
            <a:off x="9048412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3" name="椭圆 332">
            <a:extLst>
              <a:ext uri="{FF2B5EF4-FFF2-40B4-BE49-F238E27FC236}">
                <a16:creationId xmlns:a16="http://schemas.microsoft.com/office/drawing/2014/main" id="{AA502D0C-A1F4-4CE9-BD3D-B10D2C70DF9C}"/>
              </a:ext>
            </a:extLst>
          </p:cNvPr>
          <p:cNvSpPr/>
          <p:nvPr/>
        </p:nvSpPr>
        <p:spPr>
          <a:xfrm>
            <a:off x="9427102" y="4998872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0D0C61B0-F6CB-411C-8563-88F00FB73012}"/>
              </a:ext>
            </a:extLst>
          </p:cNvPr>
          <p:cNvSpPr/>
          <p:nvPr/>
        </p:nvSpPr>
        <p:spPr>
          <a:xfrm>
            <a:off x="9044356" y="5428363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5" name="椭圆 334">
            <a:extLst>
              <a:ext uri="{FF2B5EF4-FFF2-40B4-BE49-F238E27FC236}">
                <a16:creationId xmlns:a16="http://schemas.microsoft.com/office/drawing/2014/main" id="{5460CF3D-B691-4B3D-AD1F-1DB24B73BD26}"/>
              </a:ext>
            </a:extLst>
          </p:cNvPr>
          <p:cNvSpPr/>
          <p:nvPr/>
        </p:nvSpPr>
        <p:spPr>
          <a:xfrm>
            <a:off x="9427102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348A8810-BC19-4F33-B8DA-68BBA6F5A7B3}"/>
              </a:ext>
            </a:extLst>
          </p:cNvPr>
          <p:cNvSpPr/>
          <p:nvPr/>
        </p:nvSpPr>
        <p:spPr>
          <a:xfrm>
            <a:off x="9809848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7" name="椭圆 336">
            <a:extLst>
              <a:ext uri="{FF2B5EF4-FFF2-40B4-BE49-F238E27FC236}">
                <a16:creationId xmlns:a16="http://schemas.microsoft.com/office/drawing/2014/main" id="{F777E910-EFF5-4278-839A-3F9C742E263C}"/>
              </a:ext>
            </a:extLst>
          </p:cNvPr>
          <p:cNvSpPr/>
          <p:nvPr/>
        </p:nvSpPr>
        <p:spPr>
          <a:xfrm>
            <a:off x="10188538" y="4998872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2392A3AB-29FB-414C-B483-A91A2071F7C6}"/>
              </a:ext>
            </a:extLst>
          </p:cNvPr>
          <p:cNvSpPr/>
          <p:nvPr/>
        </p:nvSpPr>
        <p:spPr>
          <a:xfrm>
            <a:off x="9805792" y="5428363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9" name="椭圆 338">
            <a:extLst>
              <a:ext uri="{FF2B5EF4-FFF2-40B4-BE49-F238E27FC236}">
                <a16:creationId xmlns:a16="http://schemas.microsoft.com/office/drawing/2014/main" id="{45DAAA9C-3FC5-4340-B129-B17CBC26CB66}"/>
              </a:ext>
            </a:extLst>
          </p:cNvPr>
          <p:cNvSpPr/>
          <p:nvPr/>
        </p:nvSpPr>
        <p:spPr>
          <a:xfrm>
            <a:off x="10188538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7D62C094-B5E6-431F-A5A5-7FCFFEDBE93C}"/>
              </a:ext>
            </a:extLst>
          </p:cNvPr>
          <p:cNvSpPr/>
          <p:nvPr/>
        </p:nvSpPr>
        <p:spPr>
          <a:xfrm>
            <a:off x="10578629" y="4998872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椭圆 340">
            <a:extLst>
              <a:ext uri="{FF2B5EF4-FFF2-40B4-BE49-F238E27FC236}">
                <a16:creationId xmlns:a16="http://schemas.microsoft.com/office/drawing/2014/main" id="{76BFD869-B62F-4CE8-BC6C-D5CE90744964}"/>
              </a:ext>
            </a:extLst>
          </p:cNvPr>
          <p:cNvSpPr/>
          <p:nvPr/>
        </p:nvSpPr>
        <p:spPr>
          <a:xfrm>
            <a:off x="10957319" y="4998872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30F08978-3992-4AC7-8895-5160CF7FD5B6}"/>
              </a:ext>
            </a:extLst>
          </p:cNvPr>
          <p:cNvSpPr/>
          <p:nvPr/>
        </p:nvSpPr>
        <p:spPr>
          <a:xfrm>
            <a:off x="10574573" y="5428363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3" name="椭圆 342">
            <a:extLst>
              <a:ext uri="{FF2B5EF4-FFF2-40B4-BE49-F238E27FC236}">
                <a16:creationId xmlns:a16="http://schemas.microsoft.com/office/drawing/2014/main" id="{36C21139-D516-4FEF-A9CC-D812F040DC08}"/>
              </a:ext>
            </a:extLst>
          </p:cNvPr>
          <p:cNvSpPr/>
          <p:nvPr/>
        </p:nvSpPr>
        <p:spPr>
          <a:xfrm>
            <a:off x="10957319" y="542836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椭圆 343">
            <a:extLst>
              <a:ext uri="{FF2B5EF4-FFF2-40B4-BE49-F238E27FC236}">
                <a16:creationId xmlns:a16="http://schemas.microsoft.com/office/drawing/2014/main" id="{E7B89C2C-BFAD-47C6-9256-026532F8E248}"/>
              </a:ext>
            </a:extLst>
          </p:cNvPr>
          <p:cNvSpPr/>
          <p:nvPr/>
        </p:nvSpPr>
        <p:spPr>
          <a:xfrm>
            <a:off x="6745358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5" name="椭圆 344">
            <a:extLst>
              <a:ext uri="{FF2B5EF4-FFF2-40B4-BE49-F238E27FC236}">
                <a16:creationId xmlns:a16="http://schemas.microsoft.com/office/drawing/2014/main" id="{3BD85647-4D1E-425D-97BB-DC32CC8C14CF}"/>
              </a:ext>
            </a:extLst>
          </p:cNvPr>
          <p:cNvSpPr/>
          <p:nvPr/>
        </p:nvSpPr>
        <p:spPr>
          <a:xfrm>
            <a:off x="7124048" y="5863783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椭圆 345">
            <a:extLst>
              <a:ext uri="{FF2B5EF4-FFF2-40B4-BE49-F238E27FC236}">
                <a16:creationId xmlns:a16="http://schemas.microsoft.com/office/drawing/2014/main" id="{0DB17D7B-67FD-4505-876D-20DBAA487B48}"/>
              </a:ext>
            </a:extLst>
          </p:cNvPr>
          <p:cNvSpPr/>
          <p:nvPr/>
        </p:nvSpPr>
        <p:spPr>
          <a:xfrm>
            <a:off x="6741302" y="6293274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椭圆 346">
            <a:extLst>
              <a:ext uri="{FF2B5EF4-FFF2-40B4-BE49-F238E27FC236}">
                <a16:creationId xmlns:a16="http://schemas.microsoft.com/office/drawing/2014/main" id="{B9E85D2B-2849-4094-BC62-63A109335CCA}"/>
              </a:ext>
            </a:extLst>
          </p:cNvPr>
          <p:cNvSpPr/>
          <p:nvPr/>
        </p:nvSpPr>
        <p:spPr>
          <a:xfrm>
            <a:off x="7124048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8" name="椭圆 347">
            <a:extLst>
              <a:ext uri="{FF2B5EF4-FFF2-40B4-BE49-F238E27FC236}">
                <a16:creationId xmlns:a16="http://schemas.microsoft.com/office/drawing/2014/main" id="{34A696A2-C231-46E1-A29F-FCE8616C3C8D}"/>
              </a:ext>
            </a:extLst>
          </p:cNvPr>
          <p:cNvSpPr/>
          <p:nvPr/>
        </p:nvSpPr>
        <p:spPr>
          <a:xfrm>
            <a:off x="7514139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9" name="椭圆 348">
            <a:extLst>
              <a:ext uri="{FF2B5EF4-FFF2-40B4-BE49-F238E27FC236}">
                <a16:creationId xmlns:a16="http://schemas.microsoft.com/office/drawing/2014/main" id="{723A2CF2-E156-401B-AB95-6B22565491A0}"/>
              </a:ext>
            </a:extLst>
          </p:cNvPr>
          <p:cNvSpPr/>
          <p:nvPr/>
        </p:nvSpPr>
        <p:spPr>
          <a:xfrm>
            <a:off x="7892829" y="5863783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0" name="椭圆 349">
            <a:extLst>
              <a:ext uri="{FF2B5EF4-FFF2-40B4-BE49-F238E27FC236}">
                <a16:creationId xmlns:a16="http://schemas.microsoft.com/office/drawing/2014/main" id="{CC690CB3-F922-48BF-BDB5-576B231CDE86}"/>
              </a:ext>
            </a:extLst>
          </p:cNvPr>
          <p:cNvSpPr/>
          <p:nvPr/>
        </p:nvSpPr>
        <p:spPr>
          <a:xfrm>
            <a:off x="7510083" y="6293274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椭圆 350">
            <a:extLst>
              <a:ext uri="{FF2B5EF4-FFF2-40B4-BE49-F238E27FC236}">
                <a16:creationId xmlns:a16="http://schemas.microsoft.com/office/drawing/2014/main" id="{6723A482-784E-4E54-B356-EC6A28CAC0EB}"/>
              </a:ext>
            </a:extLst>
          </p:cNvPr>
          <p:cNvSpPr/>
          <p:nvPr/>
        </p:nvSpPr>
        <p:spPr>
          <a:xfrm>
            <a:off x="7892829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2" name="椭圆 351">
            <a:extLst>
              <a:ext uri="{FF2B5EF4-FFF2-40B4-BE49-F238E27FC236}">
                <a16:creationId xmlns:a16="http://schemas.microsoft.com/office/drawing/2014/main" id="{F30D02D1-2CE8-4AFD-AE48-CF73B64A2D49}"/>
              </a:ext>
            </a:extLst>
          </p:cNvPr>
          <p:cNvSpPr/>
          <p:nvPr/>
        </p:nvSpPr>
        <p:spPr>
          <a:xfrm>
            <a:off x="8275575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3" name="椭圆 352">
            <a:extLst>
              <a:ext uri="{FF2B5EF4-FFF2-40B4-BE49-F238E27FC236}">
                <a16:creationId xmlns:a16="http://schemas.microsoft.com/office/drawing/2014/main" id="{70E58EB8-0687-4EB9-9B4F-A0298F9908F0}"/>
              </a:ext>
            </a:extLst>
          </p:cNvPr>
          <p:cNvSpPr/>
          <p:nvPr/>
        </p:nvSpPr>
        <p:spPr>
          <a:xfrm>
            <a:off x="8654265" y="5863783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4" name="椭圆 353">
            <a:extLst>
              <a:ext uri="{FF2B5EF4-FFF2-40B4-BE49-F238E27FC236}">
                <a16:creationId xmlns:a16="http://schemas.microsoft.com/office/drawing/2014/main" id="{1ACBA088-4E17-45C5-8DA2-94C8D1684DC6}"/>
              </a:ext>
            </a:extLst>
          </p:cNvPr>
          <p:cNvSpPr/>
          <p:nvPr/>
        </p:nvSpPr>
        <p:spPr>
          <a:xfrm>
            <a:off x="8271519" y="6293274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5" name="椭圆 354">
            <a:extLst>
              <a:ext uri="{FF2B5EF4-FFF2-40B4-BE49-F238E27FC236}">
                <a16:creationId xmlns:a16="http://schemas.microsoft.com/office/drawing/2014/main" id="{3EEF78F9-3C8B-4136-A358-19E780884280}"/>
              </a:ext>
            </a:extLst>
          </p:cNvPr>
          <p:cNvSpPr/>
          <p:nvPr/>
        </p:nvSpPr>
        <p:spPr>
          <a:xfrm>
            <a:off x="8654265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6" name="椭圆 355">
            <a:extLst>
              <a:ext uri="{FF2B5EF4-FFF2-40B4-BE49-F238E27FC236}">
                <a16:creationId xmlns:a16="http://schemas.microsoft.com/office/drawing/2014/main" id="{E61708BE-58CB-4C1F-B793-EB6F78A3E99E}"/>
              </a:ext>
            </a:extLst>
          </p:cNvPr>
          <p:cNvSpPr/>
          <p:nvPr/>
        </p:nvSpPr>
        <p:spPr>
          <a:xfrm>
            <a:off x="9044356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" name="椭圆 356">
            <a:extLst>
              <a:ext uri="{FF2B5EF4-FFF2-40B4-BE49-F238E27FC236}">
                <a16:creationId xmlns:a16="http://schemas.microsoft.com/office/drawing/2014/main" id="{B106C274-671A-429C-BF8E-4FAF2DB085F9}"/>
              </a:ext>
            </a:extLst>
          </p:cNvPr>
          <p:cNvSpPr/>
          <p:nvPr/>
        </p:nvSpPr>
        <p:spPr>
          <a:xfrm>
            <a:off x="9423046" y="5863783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" name="椭圆 357">
            <a:extLst>
              <a:ext uri="{FF2B5EF4-FFF2-40B4-BE49-F238E27FC236}">
                <a16:creationId xmlns:a16="http://schemas.microsoft.com/office/drawing/2014/main" id="{59B0087F-04F9-4AF2-8324-B49E8884398A}"/>
              </a:ext>
            </a:extLst>
          </p:cNvPr>
          <p:cNvSpPr/>
          <p:nvPr/>
        </p:nvSpPr>
        <p:spPr>
          <a:xfrm>
            <a:off x="9040300" y="6293274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9" name="椭圆 358">
            <a:extLst>
              <a:ext uri="{FF2B5EF4-FFF2-40B4-BE49-F238E27FC236}">
                <a16:creationId xmlns:a16="http://schemas.microsoft.com/office/drawing/2014/main" id="{0EF15029-20CA-45C1-AC85-C3FDEB7017C8}"/>
              </a:ext>
            </a:extLst>
          </p:cNvPr>
          <p:cNvSpPr/>
          <p:nvPr/>
        </p:nvSpPr>
        <p:spPr>
          <a:xfrm>
            <a:off x="9423046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0" name="椭圆 359">
            <a:extLst>
              <a:ext uri="{FF2B5EF4-FFF2-40B4-BE49-F238E27FC236}">
                <a16:creationId xmlns:a16="http://schemas.microsoft.com/office/drawing/2014/main" id="{547F46A6-BB50-47CB-BB8C-1FA2C476E42A}"/>
              </a:ext>
            </a:extLst>
          </p:cNvPr>
          <p:cNvSpPr/>
          <p:nvPr/>
        </p:nvSpPr>
        <p:spPr>
          <a:xfrm>
            <a:off x="9805792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1" name="椭圆 360">
            <a:extLst>
              <a:ext uri="{FF2B5EF4-FFF2-40B4-BE49-F238E27FC236}">
                <a16:creationId xmlns:a16="http://schemas.microsoft.com/office/drawing/2014/main" id="{F854BEA6-294A-4003-8E68-70D4DB36CC6B}"/>
              </a:ext>
            </a:extLst>
          </p:cNvPr>
          <p:cNvSpPr/>
          <p:nvPr/>
        </p:nvSpPr>
        <p:spPr>
          <a:xfrm>
            <a:off x="10184482" y="5863783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2" name="椭圆 361">
            <a:extLst>
              <a:ext uri="{FF2B5EF4-FFF2-40B4-BE49-F238E27FC236}">
                <a16:creationId xmlns:a16="http://schemas.microsoft.com/office/drawing/2014/main" id="{185D195C-0D5E-4656-BB79-7E9B8E86BFFA}"/>
              </a:ext>
            </a:extLst>
          </p:cNvPr>
          <p:cNvSpPr/>
          <p:nvPr/>
        </p:nvSpPr>
        <p:spPr>
          <a:xfrm>
            <a:off x="9801736" y="6293274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3" name="椭圆 362">
            <a:extLst>
              <a:ext uri="{FF2B5EF4-FFF2-40B4-BE49-F238E27FC236}">
                <a16:creationId xmlns:a16="http://schemas.microsoft.com/office/drawing/2014/main" id="{C72E62DA-B800-4014-A397-AF2E4D98BA35}"/>
              </a:ext>
            </a:extLst>
          </p:cNvPr>
          <p:cNvSpPr/>
          <p:nvPr/>
        </p:nvSpPr>
        <p:spPr>
          <a:xfrm>
            <a:off x="10184482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4" name="椭圆 363">
            <a:extLst>
              <a:ext uri="{FF2B5EF4-FFF2-40B4-BE49-F238E27FC236}">
                <a16:creationId xmlns:a16="http://schemas.microsoft.com/office/drawing/2014/main" id="{0B341EB6-188C-4CBC-935D-85452ED6107F}"/>
              </a:ext>
            </a:extLst>
          </p:cNvPr>
          <p:cNvSpPr/>
          <p:nvPr/>
        </p:nvSpPr>
        <p:spPr>
          <a:xfrm>
            <a:off x="10574573" y="5863783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5" name="椭圆 364">
            <a:extLst>
              <a:ext uri="{FF2B5EF4-FFF2-40B4-BE49-F238E27FC236}">
                <a16:creationId xmlns:a16="http://schemas.microsoft.com/office/drawing/2014/main" id="{5067ADC7-6A67-4ABC-95B5-FD7C99ADE462}"/>
              </a:ext>
            </a:extLst>
          </p:cNvPr>
          <p:cNvSpPr/>
          <p:nvPr/>
        </p:nvSpPr>
        <p:spPr>
          <a:xfrm>
            <a:off x="10953263" y="5863783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6" name="椭圆 365">
            <a:extLst>
              <a:ext uri="{FF2B5EF4-FFF2-40B4-BE49-F238E27FC236}">
                <a16:creationId xmlns:a16="http://schemas.microsoft.com/office/drawing/2014/main" id="{2DEE0063-4289-4C81-A55E-B0479B69143D}"/>
              </a:ext>
            </a:extLst>
          </p:cNvPr>
          <p:cNvSpPr/>
          <p:nvPr/>
        </p:nvSpPr>
        <p:spPr>
          <a:xfrm>
            <a:off x="10570517" y="6293274"/>
            <a:ext cx="166254" cy="166254"/>
          </a:xfrm>
          <a:prstGeom prst="ellipse">
            <a:avLst/>
          </a:prstGeom>
          <a:solidFill>
            <a:srgbClr val="A40A5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7" name="椭圆 366">
            <a:extLst>
              <a:ext uri="{FF2B5EF4-FFF2-40B4-BE49-F238E27FC236}">
                <a16:creationId xmlns:a16="http://schemas.microsoft.com/office/drawing/2014/main" id="{C9682ADE-9309-44D1-A14F-036B7648B471}"/>
              </a:ext>
            </a:extLst>
          </p:cNvPr>
          <p:cNvSpPr/>
          <p:nvPr/>
        </p:nvSpPr>
        <p:spPr>
          <a:xfrm>
            <a:off x="10953263" y="6293274"/>
            <a:ext cx="166254" cy="1662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8" name="直接连接符 377">
            <a:extLst>
              <a:ext uri="{FF2B5EF4-FFF2-40B4-BE49-F238E27FC236}">
                <a16:creationId xmlns:a16="http://schemas.microsoft.com/office/drawing/2014/main" id="{63F0E225-B54F-4AAE-955B-1894579EF598}"/>
              </a:ext>
            </a:extLst>
          </p:cNvPr>
          <p:cNvCxnSpPr>
            <a:cxnSpLocks/>
            <a:stCxn id="27" idx="3"/>
            <a:endCxn id="160" idx="7"/>
          </p:cNvCxnSpPr>
          <p:nvPr/>
        </p:nvCxnSpPr>
        <p:spPr>
          <a:xfrm flipH="1">
            <a:off x="879187" y="1725943"/>
            <a:ext cx="4090345" cy="4591678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506E1644-34A0-438B-98BD-7C5A45D54115}"/>
              </a:ext>
            </a:extLst>
          </p:cNvPr>
          <p:cNvCxnSpPr>
            <a:cxnSpLocks/>
            <a:stCxn id="29" idx="3"/>
            <a:endCxn id="161" idx="7"/>
          </p:cNvCxnSpPr>
          <p:nvPr/>
        </p:nvCxnSpPr>
        <p:spPr>
          <a:xfrm flipH="1">
            <a:off x="1261933" y="2155434"/>
            <a:ext cx="3707599" cy="4162187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直接连接符 383">
            <a:extLst>
              <a:ext uri="{FF2B5EF4-FFF2-40B4-BE49-F238E27FC236}">
                <a16:creationId xmlns:a16="http://schemas.microsoft.com/office/drawing/2014/main" id="{5C0124D1-625D-4106-A5FB-51D57F535E5A}"/>
              </a:ext>
            </a:extLst>
          </p:cNvPr>
          <p:cNvCxnSpPr>
            <a:cxnSpLocks/>
            <a:stCxn id="59" idx="3"/>
            <a:endCxn id="164" idx="7"/>
          </p:cNvCxnSpPr>
          <p:nvPr/>
        </p:nvCxnSpPr>
        <p:spPr>
          <a:xfrm flipH="1">
            <a:off x="1647968" y="2590854"/>
            <a:ext cx="3317508" cy="3726767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直接连接符 386">
            <a:extLst>
              <a:ext uri="{FF2B5EF4-FFF2-40B4-BE49-F238E27FC236}">
                <a16:creationId xmlns:a16="http://schemas.microsoft.com/office/drawing/2014/main" id="{F4B1D149-65B0-4064-899C-938F9D2FD61B}"/>
              </a:ext>
            </a:extLst>
          </p:cNvPr>
          <p:cNvCxnSpPr>
            <a:cxnSpLocks/>
            <a:stCxn id="61" idx="3"/>
            <a:endCxn id="165" idx="7"/>
          </p:cNvCxnSpPr>
          <p:nvPr/>
        </p:nvCxnSpPr>
        <p:spPr>
          <a:xfrm flipH="1">
            <a:off x="2030714" y="3020345"/>
            <a:ext cx="2934762" cy="3297276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直接连接符 389">
            <a:extLst>
              <a:ext uri="{FF2B5EF4-FFF2-40B4-BE49-F238E27FC236}">
                <a16:creationId xmlns:a16="http://schemas.microsoft.com/office/drawing/2014/main" id="{8A3C7590-ED09-452A-8962-E1885AE8388E}"/>
              </a:ext>
            </a:extLst>
          </p:cNvPr>
          <p:cNvCxnSpPr>
            <a:cxnSpLocks/>
            <a:stCxn id="91" idx="3"/>
            <a:endCxn id="168" idx="7"/>
          </p:cNvCxnSpPr>
          <p:nvPr/>
        </p:nvCxnSpPr>
        <p:spPr>
          <a:xfrm flipH="1">
            <a:off x="2409404" y="3433361"/>
            <a:ext cx="2564184" cy="2884260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直接连接符 392">
            <a:extLst>
              <a:ext uri="{FF2B5EF4-FFF2-40B4-BE49-F238E27FC236}">
                <a16:creationId xmlns:a16="http://schemas.microsoft.com/office/drawing/2014/main" id="{5D52F723-EB04-4B35-A8EF-C1487273D48D}"/>
              </a:ext>
            </a:extLst>
          </p:cNvPr>
          <p:cNvCxnSpPr>
            <a:cxnSpLocks/>
            <a:stCxn id="93" idx="3"/>
            <a:endCxn id="169" idx="7"/>
          </p:cNvCxnSpPr>
          <p:nvPr/>
        </p:nvCxnSpPr>
        <p:spPr>
          <a:xfrm flipH="1">
            <a:off x="2792150" y="3862852"/>
            <a:ext cx="2181438" cy="2454769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直接连接符 395">
            <a:extLst>
              <a:ext uri="{FF2B5EF4-FFF2-40B4-BE49-F238E27FC236}">
                <a16:creationId xmlns:a16="http://schemas.microsoft.com/office/drawing/2014/main" id="{248CBDBF-7E29-4010-8520-275E96E32437}"/>
              </a:ext>
            </a:extLst>
          </p:cNvPr>
          <p:cNvCxnSpPr>
            <a:cxnSpLocks/>
            <a:stCxn id="123" idx="3"/>
            <a:endCxn id="172" idx="7"/>
          </p:cNvCxnSpPr>
          <p:nvPr/>
        </p:nvCxnSpPr>
        <p:spPr>
          <a:xfrm flipH="1">
            <a:off x="3178185" y="4298272"/>
            <a:ext cx="1791347" cy="2019349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直接连接符 398">
            <a:extLst>
              <a:ext uri="{FF2B5EF4-FFF2-40B4-BE49-F238E27FC236}">
                <a16:creationId xmlns:a16="http://schemas.microsoft.com/office/drawing/2014/main" id="{DE73B74A-030E-4FD0-AA51-0CE89B3D0813}"/>
              </a:ext>
            </a:extLst>
          </p:cNvPr>
          <p:cNvCxnSpPr>
            <a:cxnSpLocks/>
            <a:stCxn id="125" idx="3"/>
            <a:endCxn id="173" idx="7"/>
          </p:cNvCxnSpPr>
          <p:nvPr/>
        </p:nvCxnSpPr>
        <p:spPr>
          <a:xfrm flipH="1">
            <a:off x="3560931" y="4727763"/>
            <a:ext cx="1408601" cy="1589858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直接连接符 403">
            <a:extLst>
              <a:ext uri="{FF2B5EF4-FFF2-40B4-BE49-F238E27FC236}">
                <a16:creationId xmlns:a16="http://schemas.microsoft.com/office/drawing/2014/main" id="{97E31C31-97DF-4B4A-825B-B45430B1479A}"/>
              </a:ext>
            </a:extLst>
          </p:cNvPr>
          <p:cNvCxnSpPr>
            <a:cxnSpLocks/>
            <a:stCxn id="155" idx="3"/>
            <a:endCxn id="176" idx="7"/>
          </p:cNvCxnSpPr>
          <p:nvPr/>
        </p:nvCxnSpPr>
        <p:spPr>
          <a:xfrm flipH="1">
            <a:off x="3939621" y="5140779"/>
            <a:ext cx="1038023" cy="1176842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直接连接符 406">
            <a:extLst>
              <a:ext uri="{FF2B5EF4-FFF2-40B4-BE49-F238E27FC236}">
                <a16:creationId xmlns:a16="http://schemas.microsoft.com/office/drawing/2014/main" id="{2C2A8D77-5B7B-4C46-AE49-DDE4B9AAA1D1}"/>
              </a:ext>
            </a:extLst>
          </p:cNvPr>
          <p:cNvCxnSpPr>
            <a:cxnSpLocks/>
            <a:stCxn id="157" idx="3"/>
            <a:endCxn id="177" idx="7"/>
          </p:cNvCxnSpPr>
          <p:nvPr/>
        </p:nvCxnSpPr>
        <p:spPr>
          <a:xfrm flipH="1">
            <a:off x="4322367" y="5570270"/>
            <a:ext cx="655277" cy="747351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直接连接符 409">
            <a:extLst>
              <a:ext uri="{FF2B5EF4-FFF2-40B4-BE49-F238E27FC236}">
                <a16:creationId xmlns:a16="http://schemas.microsoft.com/office/drawing/2014/main" id="{52CD43B2-AD8A-49C8-89B5-087464A1914F}"/>
              </a:ext>
            </a:extLst>
          </p:cNvPr>
          <p:cNvCxnSpPr>
            <a:cxnSpLocks/>
            <a:stCxn id="179" idx="3"/>
            <a:endCxn id="180" idx="7"/>
          </p:cNvCxnSpPr>
          <p:nvPr/>
        </p:nvCxnSpPr>
        <p:spPr>
          <a:xfrm flipH="1">
            <a:off x="4708402" y="6005690"/>
            <a:ext cx="265186" cy="311931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内容占位符 2">
            <a:extLst>
              <a:ext uri="{FF2B5EF4-FFF2-40B4-BE49-F238E27FC236}">
                <a16:creationId xmlns:a16="http://schemas.microsoft.com/office/drawing/2014/main" id="{1DE61083-D65F-49D4-AF38-48DE4AB40161}"/>
              </a:ext>
            </a:extLst>
          </p:cNvPr>
          <p:cNvSpPr txBox="1">
            <a:spLocks/>
          </p:cNvSpPr>
          <p:nvPr/>
        </p:nvSpPr>
        <p:spPr>
          <a:xfrm>
            <a:off x="6859215" y="6413957"/>
            <a:ext cx="4528424" cy="44404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altLang="zh-CN" dirty="0">
                <a:latin typeface="Garamond" panose="02020404030301010803" pitchFamily="18" charset="0"/>
              </a:rPr>
              <a:t>Plan B</a:t>
            </a:r>
          </a:p>
        </p:txBody>
      </p:sp>
    </p:spTree>
    <p:extLst>
      <p:ext uri="{BB962C8B-B14F-4D97-AF65-F5344CB8AC3E}">
        <p14:creationId xmlns:p14="http://schemas.microsoft.com/office/powerpoint/2010/main" val="280943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94" grpId="0"/>
      <p:bldP spid="224" grpId="0" animBg="1"/>
      <p:bldP spid="225" grpId="0" animBg="1"/>
      <p:bldP spid="226" grpId="0" animBg="1"/>
      <p:bldP spid="227" grpId="0" animBg="1"/>
      <p:bldP spid="228" grpId="0" animBg="1"/>
      <p:bldP spid="229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6" grpId="0" animBg="1"/>
      <p:bldP spid="277" grpId="0" animBg="1"/>
      <p:bldP spid="278" grpId="0" animBg="1"/>
      <p:bldP spid="279" grpId="0" animBg="1"/>
      <p:bldP spid="280" grpId="0" animBg="1"/>
      <p:bldP spid="281" grpId="0" animBg="1"/>
      <p:bldP spid="282" grpId="0" animBg="1"/>
      <p:bldP spid="283" grpId="0" animBg="1"/>
      <p:bldP spid="284" grpId="0" animBg="1"/>
      <p:bldP spid="285" grpId="0" animBg="1"/>
      <p:bldP spid="286" grpId="0" animBg="1"/>
      <p:bldP spid="287" grpId="0" animBg="1"/>
      <p:bldP spid="288" grpId="0" animBg="1"/>
      <p:bldP spid="289" grpId="0" animBg="1"/>
      <p:bldP spid="290" grpId="0" animBg="1"/>
      <p:bldP spid="291" grpId="0" animBg="1"/>
      <p:bldP spid="292" grpId="0" animBg="1"/>
      <p:bldP spid="293" grpId="0" animBg="1"/>
      <p:bldP spid="294" grpId="0" animBg="1"/>
      <p:bldP spid="295" grpId="0" animBg="1"/>
      <p:bldP spid="296" grpId="0" animBg="1"/>
      <p:bldP spid="297" grpId="0" animBg="1"/>
      <p:bldP spid="298" grpId="0" animBg="1"/>
      <p:bldP spid="299" grpId="0" animBg="1"/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  <p:bldP spid="310" grpId="0" animBg="1"/>
      <p:bldP spid="311" grpId="0" animBg="1"/>
      <p:bldP spid="312" grpId="0" animBg="1"/>
      <p:bldP spid="313" grpId="0" animBg="1"/>
      <p:bldP spid="314" grpId="0" animBg="1"/>
      <p:bldP spid="315" grpId="0" animBg="1"/>
      <p:bldP spid="316" grpId="0" animBg="1"/>
      <p:bldP spid="317" grpId="0" animBg="1"/>
      <p:bldP spid="318" grpId="0" animBg="1"/>
      <p:bldP spid="319" grpId="0" animBg="1"/>
      <p:bldP spid="320" grpId="0" animBg="1"/>
      <p:bldP spid="321" grpId="0" animBg="1"/>
      <p:bldP spid="322" grpId="0" animBg="1"/>
      <p:bldP spid="323" grpId="0" animBg="1"/>
      <p:bldP spid="324" grpId="0" animBg="1"/>
      <p:bldP spid="325" grpId="0" animBg="1"/>
      <p:bldP spid="326" grpId="0" animBg="1"/>
      <p:bldP spid="327" grpId="0" animBg="1"/>
      <p:bldP spid="328" grpId="0" animBg="1"/>
      <p:bldP spid="329" grpId="0" animBg="1"/>
      <p:bldP spid="330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36" grpId="0" animBg="1"/>
      <p:bldP spid="337" grpId="0" animBg="1"/>
      <p:bldP spid="338" grpId="0" animBg="1"/>
      <p:bldP spid="339" grpId="0" animBg="1"/>
      <p:bldP spid="340" grpId="0" animBg="1"/>
      <p:bldP spid="341" grpId="0" animBg="1"/>
      <p:bldP spid="342" grpId="0" animBg="1"/>
      <p:bldP spid="343" grpId="0" animBg="1"/>
      <p:bldP spid="344" grpId="0" animBg="1"/>
      <p:bldP spid="345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  <p:bldP spid="356" grpId="0" animBg="1"/>
      <p:bldP spid="357" grpId="0" animBg="1"/>
      <p:bldP spid="358" grpId="0" animBg="1"/>
      <p:bldP spid="359" grpId="0" animBg="1"/>
      <p:bldP spid="360" grpId="0" animBg="1"/>
      <p:bldP spid="361" grpId="0" animBg="1"/>
      <p:bldP spid="362" grpId="0" animBg="1"/>
      <p:bldP spid="363" grpId="0" animBg="1"/>
      <p:bldP spid="364" grpId="0" animBg="1"/>
      <p:bldP spid="365" grpId="0" animBg="1"/>
      <p:bldP spid="366" grpId="0" animBg="1"/>
      <p:bldP spid="367" grpId="0" animBg="1"/>
      <p:bldP spid="4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</a:rPr>
              <a:t>案例四</a:t>
            </a:r>
            <a:r>
              <a:rPr lang="en-US" altLang="zh-CN" dirty="0">
                <a:latin typeface="Garamond" panose="02020404030301010803" pitchFamily="18" charset="0"/>
              </a:rPr>
              <a:t>——GLSL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17</a:t>
            </a:fld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A3C1B16-E4D6-497E-ADF8-511301D03358}"/>
              </a:ext>
            </a:extLst>
          </p:cNvPr>
          <p:cNvSpPr txBox="1">
            <a:spLocks/>
          </p:cNvSpPr>
          <p:nvPr/>
        </p:nvSpPr>
        <p:spPr>
          <a:xfrm>
            <a:off x="556250" y="1386913"/>
            <a:ext cx="6814367" cy="6782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问题：显示器如何显示的每个像素的颜色？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FB3EA9-6FB4-40AB-9458-5C38336CED4D}"/>
              </a:ext>
            </a:extLst>
          </p:cNvPr>
          <p:cNvSpPr txBox="1"/>
          <p:nvPr/>
        </p:nvSpPr>
        <p:spPr>
          <a:xfrm>
            <a:off x="8412259" y="1459346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Example</a:t>
            </a:r>
            <a:r>
              <a:rPr lang="zh-CN" altLang="en-US" dirty="0">
                <a:latin typeface="Garamond" panose="02020404030301010803" pitchFamily="18" charset="0"/>
              </a:rPr>
              <a:t>： </a:t>
            </a:r>
            <a:r>
              <a:rPr lang="zh-CN" altLang="en-US" dirty="0">
                <a:latin typeface="Garamond" panose="02020404030301010803" pitchFamily="18" charset="0"/>
                <a:hlinkClick r:id="rId3"/>
              </a:rPr>
              <a:t>https://glsl.app/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11E701-E535-4014-B552-B22EF07B087F}"/>
              </a:ext>
            </a:extLst>
          </p:cNvPr>
          <p:cNvSpPr txBox="1"/>
          <p:nvPr/>
        </p:nvSpPr>
        <p:spPr>
          <a:xfrm>
            <a:off x="491594" y="6218834"/>
            <a:ext cx="108414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Example</a:t>
            </a:r>
            <a:r>
              <a:rPr lang="zh-CN" altLang="en-US" dirty="0">
                <a:latin typeface="Garamond" panose="02020404030301010803" pitchFamily="18" charset="0"/>
              </a:rPr>
              <a:t>： </a:t>
            </a:r>
            <a:r>
              <a:rPr lang="zh-CN" altLang="en-US" dirty="0">
                <a:latin typeface="Garamond" panose="02020404030301010803" pitchFamily="18" charset="0"/>
                <a:hlinkClick r:id="rId4"/>
              </a:rPr>
              <a:t>https://threejs.org/examples/?q=cube#webgpu_cubemap_dynamic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CD66B5-E23D-415A-B546-378A7CAE1D0E}"/>
              </a:ext>
            </a:extLst>
          </p:cNvPr>
          <p:cNvSpPr txBox="1"/>
          <p:nvPr/>
        </p:nvSpPr>
        <p:spPr>
          <a:xfrm>
            <a:off x="491594" y="3086831"/>
            <a:ext cx="6287897" cy="304698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C27BA0"/>
                </a:solidFill>
                <a:effectLst/>
                <a:latin typeface="Consolas" panose="020B0609020204030204" pitchFamily="49" charset="0"/>
              </a:rPr>
              <a:t>#version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es</a:t>
            </a:r>
            <a:endParaRPr lang="en-US" altLang="zh-CN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precision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highp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CN" sz="16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vec2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uv</a:t>
            </a:r>
            <a:r>
              <a:rPr lang="en-US" altLang="zh-CN" sz="16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out_color</a:t>
            </a:r>
            <a:r>
              <a:rPr lang="en-US" altLang="zh-CN" sz="16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uniform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u_time</a:t>
            </a:r>
            <a:r>
              <a:rPr lang="en-US" altLang="zh-CN" sz="16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 u="sng" dirty="0">
                <a:solidFill>
                  <a:srgbClr val="94CDDC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16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(){</a:t>
            </a:r>
            <a:endParaRPr lang="en-US" altLang="zh-CN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out_color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altLang="zh-CN" sz="16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uv.</a:t>
            </a:r>
            <a:r>
              <a:rPr lang="en-US" altLang="zh-CN" sz="1600" b="0" i="1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6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uv.</a:t>
            </a:r>
            <a:r>
              <a:rPr lang="en-US" altLang="zh-CN" sz="1600" b="0" i="1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sz="16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i="1" dirty="0" err="1">
                <a:solidFill>
                  <a:srgbClr val="FF9F12"/>
                </a:solidFill>
                <a:effectLst/>
                <a:latin typeface="Consolas" panose="020B0609020204030204" pitchFamily="49" charset="0"/>
              </a:rPr>
              <a:t>fract</a:t>
            </a:r>
            <a:r>
              <a:rPr lang="en-US" altLang="zh-CN" sz="16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u_time</a:t>
            </a:r>
            <a:r>
              <a:rPr lang="en-US" altLang="zh-CN" sz="16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zh-CN" sz="16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38194252-CDBD-4AA6-B84C-BB43F0A68BCE}"/>
              </a:ext>
            </a:extLst>
          </p:cNvPr>
          <p:cNvSpPr txBox="1">
            <a:spLocks/>
          </p:cNvSpPr>
          <p:nvPr/>
        </p:nvSpPr>
        <p:spPr>
          <a:xfrm>
            <a:off x="556250" y="2019312"/>
            <a:ext cx="7276186" cy="9825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OpenGL Shading Language</a:t>
            </a:r>
            <a:r>
              <a:rPr lang="zh-CN" altLang="en-US" dirty="0">
                <a:latin typeface="Garamond" panose="02020404030301010803" pitchFamily="18" charset="0"/>
              </a:rPr>
              <a:t>：通过计算每个像素的颜色展示图像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B88309-E234-4FA1-99F5-5276160E39C2}"/>
              </a:ext>
            </a:extLst>
          </p:cNvPr>
          <p:cNvSpPr/>
          <p:nvPr/>
        </p:nvSpPr>
        <p:spPr>
          <a:xfrm>
            <a:off x="8349676" y="3133012"/>
            <a:ext cx="2715491" cy="271549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EC70C60-25AF-4133-91A4-12E222023510}"/>
              </a:ext>
            </a:extLst>
          </p:cNvPr>
          <p:cNvCxnSpPr/>
          <p:nvPr/>
        </p:nvCxnSpPr>
        <p:spPr>
          <a:xfrm>
            <a:off x="8349676" y="5848503"/>
            <a:ext cx="3454400" cy="0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139632F-5E51-4347-AC85-FFF048A4CAF9}"/>
              </a:ext>
            </a:extLst>
          </p:cNvPr>
          <p:cNvCxnSpPr>
            <a:cxnSpLocks/>
          </p:cNvCxnSpPr>
          <p:nvPr/>
        </p:nvCxnSpPr>
        <p:spPr>
          <a:xfrm flipV="1">
            <a:off x="8349676" y="2576945"/>
            <a:ext cx="0" cy="3271559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81EA304F-BD6E-4C1F-8F41-22E9D7ADA785}"/>
              </a:ext>
            </a:extLst>
          </p:cNvPr>
          <p:cNvSpPr txBox="1">
            <a:spLocks/>
          </p:cNvSpPr>
          <p:nvPr/>
        </p:nvSpPr>
        <p:spPr>
          <a:xfrm>
            <a:off x="11414505" y="5787099"/>
            <a:ext cx="493704" cy="43173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altLang="zh-CN" dirty="0">
                <a:latin typeface="Garamond" panose="02020404030301010803" pitchFamily="18" charset="0"/>
              </a:rPr>
              <a:t>x</a:t>
            </a:r>
          </a:p>
        </p:txBody>
      </p:sp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66F9EAB1-6716-419E-861C-AD1C0693B872}"/>
              </a:ext>
            </a:extLst>
          </p:cNvPr>
          <p:cNvSpPr txBox="1">
            <a:spLocks/>
          </p:cNvSpPr>
          <p:nvPr/>
        </p:nvSpPr>
        <p:spPr>
          <a:xfrm>
            <a:off x="7874446" y="2361077"/>
            <a:ext cx="493704" cy="43173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altLang="zh-CN" dirty="0">
                <a:latin typeface="Garamond" panose="02020404030301010803" pitchFamily="18" charset="0"/>
              </a:rPr>
              <a:t>y</a:t>
            </a:r>
          </a:p>
        </p:txBody>
      </p: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EBEF321E-381F-4075-BFB5-BCC2DCFBEFDE}"/>
              </a:ext>
            </a:extLst>
          </p:cNvPr>
          <p:cNvSpPr txBox="1">
            <a:spLocks/>
          </p:cNvSpPr>
          <p:nvPr/>
        </p:nvSpPr>
        <p:spPr>
          <a:xfrm>
            <a:off x="7855975" y="5822558"/>
            <a:ext cx="493704" cy="43173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altLang="zh-CN" dirty="0">
                <a:latin typeface="Garamond" panose="02020404030301010803" pitchFamily="18" charset="0"/>
              </a:rPr>
              <a:t>(0,0)</a:t>
            </a:r>
          </a:p>
        </p:txBody>
      </p:sp>
      <p:sp>
        <p:nvSpPr>
          <p:cNvPr id="25" name="内容占位符 2">
            <a:extLst>
              <a:ext uri="{FF2B5EF4-FFF2-40B4-BE49-F238E27FC236}">
                <a16:creationId xmlns:a16="http://schemas.microsoft.com/office/drawing/2014/main" id="{8D8A84C1-F100-488D-89FC-78DDD2B414C5}"/>
              </a:ext>
            </a:extLst>
          </p:cNvPr>
          <p:cNvSpPr txBox="1">
            <a:spLocks/>
          </p:cNvSpPr>
          <p:nvPr/>
        </p:nvSpPr>
        <p:spPr>
          <a:xfrm>
            <a:off x="10816668" y="5817802"/>
            <a:ext cx="493704" cy="43173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altLang="zh-CN" dirty="0">
                <a:latin typeface="Garamond" panose="02020404030301010803" pitchFamily="18" charset="0"/>
              </a:rPr>
              <a:t>(1,0)</a:t>
            </a:r>
          </a:p>
        </p:txBody>
      </p:sp>
      <p:sp>
        <p:nvSpPr>
          <p:cNvPr id="26" name="内容占位符 2">
            <a:extLst>
              <a:ext uri="{FF2B5EF4-FFF2-40B4-BE49-F238E27FC236}">
                <a16:creationId xmlns:a16="http://schemas.microsoft.com/office/drawing/2014/main" id="{121138CA-B8F3-48FB-A1E4-4B91F1FDF190}"/>
              </a:ext>
            </a:extLst>
          </p:cNvPr>
          <p:cNvSpPr txBox="1">
            <a:spLocks/>
          </p:cNvSpPr>
          <p:nvPr/>
        </p:nvSpPr>
        <p:spPr>
          <a:xfrm>
            <a:off x="10974131" y="2848387"/>
            <a:ext cx="493704" cy="43173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altLang="zh-CN" dirty="0">
                <a:latin typeface="Garamond" panose="02020404030301010803" pitchFamily="18" charset="0"/>
              </a:rPr>
              <a:t>(1,1)</a:t>
            </a:r>
          </a:p>
        </p:txBody>
      </p:sp>
      <p:sp>
        <p:nvSpPr>
          <p:cNvPr id="27" name="内容占位符 2">
            <a:extLst>
              <a:ext uri="{FF2B5EF4-FFF2-40B4-BE49-F238E27FC236}">
                <a16:creationId xmlns:a16="http://schemas.microsoft.com/office/drawing/2014/main" id="{3F0641B1-7F9B-4E7A-B349-F41A3FA67657}"/>
              </a:ext>
            </a:extLst>
          </p:cNvPr>
          <p:cNvSpPr txBox="1">
            <a:spLocks/>
          </p:cNvSpPr>
          <p:nvPr/>
        </p:nvSpPr>
        <p:spPr>
          <a:xfrm>
            <a:off x="7874446" y="2929457"/>
            <a:ext cx="493704" cy="43173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altLang="zh-CN" dirty="0">
                <a:latin typeface="Garamond" panose="02020404030301010803" pitchFamily="18" charset="0"/>
              </a:rPr>
              <a:t>(0,1)</a:t>
            </a:r>
          </a:p>
        </p:txBody>
      </p:sp>
    </p:spTree>
    <p:extLst>
      <p:ext uri="{BB962C8B-B14F-4D97-AF65-F5344CB8AC3E}">
        <p14:creationId xmlns:p14="http://schemas.microsoft.com/office/powerpoint/2010/main" val="131105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3" grpId="0" animBg="1"/>
      <p:bldP spid="14" grpId="0"/>
      <p:bldP spid="15" grpId="0" animBg="1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</a:rPr>
              <a:t>案例五</a:t>
            </a:r>
            <a:r>
              <a:rPr lang="en-US" altLang="zh-CN" dirty="0">
                <a:latin typeface="Garamond" panose="02020404030301010803" pitchFamily="18" charset="0"/>
              </a:rPr>
              <a:t>——</a:t>
            </a:r>
            <a:r>
              <a:rPr lang="zh-CN" altLang="en-US" dirty="0">
                <a:latin typeface="Garamond" panose="02020404030301010803" pitchFamily="18" charset="0"/>
              </a:rPr>
              <a:t>联邦学习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18</a:t>
            </a:fld>
            <a:endParaRPr kumimoji="1" lang="zh-CN" altLang="en-US" dirty="0"/>
          </a:p>
        </p:txBody>
      </p:sp>
      <p:sp>
        <p:nvSpPr>
          <p:cNvPr id="8" name="矩形: 圆角 18" descr="e7d195523061f1c09e9d68d7cf438b91ef959ecb14fc25d26BBA7F7DBC18E55DFF4014AF651F0BF2569D4B6C1DA7F1A4683A481403BD872FC687266AD13265C1DE7C373772FD8728ABDD69ADD03BFF5BE2862BC891DBB79E57CCFE4ACE90158B4872951911316DF8C8DEFCB342ADB590D86A301CE6A2D557D912C1D2AEE293F166C43EF8C6AA00082E52638B79E789C8">
            <a:extLst>
              <a:ext uri="{FF2B5EF4-FFF2-40B4-BE49-F238E27FC236}">
                <a16:creationId xmlns:a16="http://schemas.microsoft.com/office/drawing/2014/main" id="{B35DBE4C-BBE0-4B03-9D78-BAB0A06E2CA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7565" y="1463040"/>
            <a:ext cx="10617835" cy="22485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Medium" panose="020B0600000000000000" charset="-122"/>
              <a:ea typeface="思源黑体 Medium" panose="020B0600000000000000" charset="-122"/>
            </a:endParaRPr>
          </a:p>
        </p:txBody>
      </p:sp>
      <p:sp>
        <p:nvSpPr>
          <p:cNvPr id="9" name="矩形: 圆角 18" descr="e7d195523061f1c09e9d68d7cf438b91ef959ecb14fc25d26BBA7F7DBC18E55DFF4014AF651F0BF2569D4B6C1DA7F1A4683A481403BD872FC687266AD13265C1DE7C373772FD8728ABDD69ADD03BFF5BE2862BC891DBB79E57CCFE4ACE90158B4872951911316DF8C8DEFCB342ADB590D86A301CE6A2D557D912C1D2AEE293F166C43EF8C6AA00082E52638B79E789C8">
            <a:extLst>
              <a:ext uri="{FF2B5EF4-FFF2-40B4-BE49-F238E27FC236}">
                <a16:creationId xmlns:a16="http://schemas.microsoft.com/office/drawing/2014/main" id="{917563BE-1ED7-429B-96AC-AE2AE0FD56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37565" y="3884930"/>
            <a:ext cx="10617835" cy="22485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Medium" panose="020B0600000000000000" charset="-122"/>
              <a:ea typeface="思源黑体 Medium" panose="020B0600000000000000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A10D653-BAD0-4AD0-BAC8-80057D01F2F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661" y="4001253"/>
            <a:ext cx="3544135" cy="2016261"/>
          </a:xfrm>
          <a:prstGeom prst="rect">
            <a:avLst/>
          </a:prstGeom>
        </p:spPr>
      </p:pic>
      <p:sp>
        <p:nvSpPr>
          <p:cNvPr id="11" name="矩形: 圆角 143">
            <a:extLst>
              <a:ext uri="{FF2B5EF4-FFF2-40B4-BE49-F238E27FC236}">
                <a16:creationId xmlns:a16="http://schemas.microsoft.com/office/drawing/2014/main" id="{FA20C0FD-EBFE-48E8-B704-92EEA7EC4113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4762818" y="1805305"/>
            <a:ext cx="6384290" cy="429895"/>
          </a:xfrm>
          <a:prstGeom prst="roundRect">
            <a:avLst>
              <a:gd name="adj" fmla="val 0"/>
            </a:avLst>
          </a:prstGeom>
          <a:solidFill>
            <a:srgbClr val="A40A57"/>
          </a:solidFill>
          <a:ln w="12700" cap="flat" cmpd="sng" algn="ctr">
            <a:noFill/>
            <a:prstDash val="solid"/>
            <a:miter lim="800000"/>
          </a:ln>
          <a:effectLst>
            <a:outerShdw blurRad="254000" dist="254000" dir="5400000" sx="90000" sy="90000" algn="t" rotWithShape="0">
              <a:srgbClr val="56A1FF">
                <a:lumMod val="50000"/>
                <a:alpha val="25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chemeClr val="lt1"/>
                </a:solidFill>
                <a:latin typeface="+mn-ea"/>
                <a:sym typeface="+mn-ea"/>
              </a:rPr>
              <a:t>个人数据有隐私性、无法共享、 被不同机构掌握</a:t>
            </a:r>
          </a:p>
        </p:txBody>
      </p:sp>
      <p:sp>
        <p:nvSpPr>
          <p:cNvPr id="12" name="燕尾形箭头 30">
            <a:extLst>
              <a:ext uri="{FF2B5EF4-FFF2-40B4-BE49-F238E27FC236}">
                <a16:creationId xmlns:a16="http://schemas.microsoft.com/office/drawing/2014/main" id="{CA78914F-5A1D-46BC-A5B6-DDB022E078C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5400000">
            <a:off x="7779703" y="2343785"/>
            <a:ext cx="350520" cy="484505"/>
          </a:xfrm>
          <a:prstGeom prst="notchedRightArrow">
            <a:avLst/>
          </a:prstGeom>
          <a:noFill/>
          <a:ln w="12700" cap="flat" cmpd="sng" algn="ctr">
            <a:solidFill>
              <a:srgbClr val="5B307E"/>
            </a:solidFill>
            <a:prstDash val="solid"/>
            <a:miter lim="800000"/>
          </a:ln>
          <a:effectLst>
            <a:outerShdw blurRad="254000" dist="254000" dir="5400000" sx="90000" sy="90000" algn="t" rotWithShape="0">
              <a:srgbClr val="56A1FF">
                <a:lumMod val="50000"/>
                <a:alpha val="25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2400" b="1" dirty="0">
              <a:solidFill>
                <a:schemeClr val="lt1"/>
              </a:solidFill>
              <a:latin typeface="+mn-ea"/>
              <a:sym typeface="+mn-ea"/>
            </a:endParaRPr>
          </a:p>
        </p:txBody>
      </p:sp>
      <p:sp>
        <p:nvSpPr>
          <p:cNvPr id="13" name="矩形: 圆角 143">
            <a:extLst>
              <a:ext uri="{FF2B5EF4-FFF2-40B4-BE49-F238E27FC236}">
                <a16:creationId xmlns:a16="http://schemas.microsoft.com/office/drawing/2014/main" id="{B19848F1-7D3B-4B20-80A6-E72CC203EA65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4762818" y="2845435"/>
            <a:ext cx="6384290" cy="429895"/>
          </a:xfrm>
          <a:prstGeom prst="roundRect">
            <a:avLst>
              <a:gd name="adj" fmla="val 0"/>
            </a:avLst>
          </a:prstGeom>
          <a:solidFill>
            <a:srgbClr val="A40A57"/>
          </a:solidFill>
          <a:ln w="12700" cap="flat" cmpd="sng" algn="ctr">
            <a:noFill/>
            <a:prstDash val="solid"/>
            <a:miter lim="800000"/>
          </a:ln>
          <a:effectLst>
            <a:outerShdw blurRad="254000" dist="254000" dir="5400000" sx="90000" sy="90000" algn="t" rotWithShape="0">
              <a:srgbClr val="56A1FF">
                <a:lumMod val="50000"/>
                <a:alpha val="25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chemeClr val="lt1"/>
                </a:solidFill>
                <a:latin typeface="+mn-ea"/>
                <a:sym typeface="+mn-ea"/>
              </a:rPr>
              <a:t>难以统筹训练、效果不佳</a:t>
            </a:r>
          </a:p>
        </p:txBody>
      </p:sp>
      <p:sp>
        <p:nvSpPr>
          <p:cNvPr id="14" name="矩形: 圆角 143">
            <a:extLst>
              <a:ext uri="{FF2B5EF4-FFF2-40B4-BE49-F238E27FC236}">
                <a16:creationId xmlns:a16="http://schemas.microsoft.com/office/drawing/2014/main" id="{64AB9CF6-EC84-4200-8428-04F621816C07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4762818" y="4178935"/>
            <a:ext cx="6384290" cy="429895"/>
          </a:xfrm>
          <a:prstGeom prst="roundRect">
            <a:avLst>
              <a:gd name="adj" fmla="val 0"/>
            </a:avLst>
          </a:prstGeom>
          <a:solidFill>
            <a:srgbClr val="A40A57"/>
          </a:solidFill>
          <a:ln w="12700" cap="flat" cmpd="sng" algn="ctr">
            <a:noFill/>
            <a:prstDash val="solid"/>
            <a:miter lim="800000"/>
          </a:ln>
          <a:effectLst>
            <a:outerShdw blurRad="254000" dist="254000" dir="5400000" sx="90000" sy="90000" algn="t" rotWithShape="0">
              <a:srgbClr val="56A1FF">
                <a:lumMod val="50000"/>
                <a:alpha val="25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chemeClr val="lt1"/>
                </a:solidFill>
                <a:latin typeface="+mn-ea"/>
                <a:sym typeface="+mn-ea"/>
              </a:rPr>
              <a:t>联邦学习 </a:t>
            </a:r>
            <a:r>
              <a:rPr lang="en-US" altLang="zh-CN" sz="2000" b="1" dirty="0">
                <a:solidFill>
                  <a:schemeClr val="lt1"/>
                </a:solidFill>
                <a:latin typeface="+mn-ea"/>
                <a:sym typeface="+mn-ea"/>
              </a:rPr>
              <a:t>:</a:t>
            </a:r>
            <a:r>
              <a:rPr lang="zh-CN" altLang="en-US" sz="2000" b="1" dirty="0">
                <a:solidFill>
                  <a:schemeClr val="lt1"/>
                </a:solidFill>
                <a:latin typeface="+mn-ea"/>
                <a:sym typeface="+mn-ea"/>
              </a:rPr>
              <a:t>一种新的分布式学习方式</a:t>
            </a:r>
          </a:p>
        </p:txBody>
      </p:sp>
      <p:sp>
        <p:nvSpPr>
          <p:cNvPr id="15" name="燕尾形箭头 33">
            <a:extLst>
              <a:ext uri="{FF2B5EF4-FFF2-40B4-BE49-F238E27FC236}">
                <a16:creationId xmlns:a16="http://schemas.microsoft.com/office/drawing/2014/main" id="{0951E307-E524-42EE-A062-3BD36196D3A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623050" y="4889500"/>
            <a:ext cx="350520" cy="287020"/>
          </a:xfrm>
          <a:prstGeom prst="notchedRightArrow">
            <a:avLst/>
          </a:prstGeom>
          <a:noFill/>
          <a:ln w="12700" cap="flat" cmpd="sng" algn="ctr">
            <a:solidFill>
              <a:srgbClr val="5B307E"/>
            </a:solidFill>
            <a:prstDash val="solid"/>
            <a:miter lim="800000"/>
          </a:ln>
          <a:effectLst>
            <a:outerShdw blurRad="254000" dist="254000" dir="5400000" sx="90000" sy="90000" algn="t" rotWithShape="0">
              <a:srgbClr val="56A1FF">
                <a:lumMod val="50000"/>
                <a:alpha val="25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2400" b="1" dirty="0">
              <a:solidFill>
                <a:schemeClr val="lt1"/>
              </a:solidFill>
              <a:latin typeface="+mn-ea"/>
              <a:sym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C25BB3-9CF1-46AB-BCB4-C5FDC99B415C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163435" y="4752975"/>
            <a:ext cx="298577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/>
            </a:lvl1pPr>
          </a:lstStyle>
          <a:p>
            <a:pPr algn="l">
              <a:lnSpc>
                <a:spcPct val="120000"/>
              </a:lnSpc>
            </a:pP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</a:rPr>
              <a:t>小羊吃草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8CD3AE8-5C11-4A09-A903-5DAA702F553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074285" y="5250815"/>
            <a:ext cx="5574665" cy="7556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/>
            </a:lvl1pPr>
          </a:lstStyle>
          <a:p>
            <a:pPr marL="285750" indent="-285750" algn="l">
              <a:lnSpc>
                <a:spcPct val="120000"/>
              </a:lnSpc>
              <a:buFont typeface="Wingdings" panose="05000000000000000000" charset="0"/>
              <a:buChar char="p"/>
            </a:pPr>
            <a:r>
              <a:rPr kumimoji="0" lang="zh-CN" altLang="en-US" sz="180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</a:rPr>
              <a:t>小羊看作模型，草看作数据，小羊移动到各个草场分别进行吃草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C39CC1A-26F8-45FC-9E2E-53F03A2ECF96}"/>
              </a:ext>
            </a:extLst>
          </p:cNvPr>
          <p:cNvGrpSpPr/>
          <p:nvPr/>
        </p:nvGrpSpPr>
        <p:grpSpPr>
          <a:xfrm>
            <a:off x="495300" y="1026160"/>
            <a:ext cx="4510405" cy="2623185"/>
            <a:chOff x="5366440" y="1268020"/>
            <a:chExt cx="6890747" cy="4037859"/>
          </a:xfrm>
        </p:grpSpPr>
        <p:sp>
          <p:nvSpPr>
            <p:cNvPr id="19" name="弧形 18">
              <a:extLst>
                <a:ext uri="{FF2B5EF4-FFF2-40B4-BE49-F238E27FC236}">
                  <a16:creationId xmlns:a16="http://schemas.microsoft.com/office/drawing/2014/main" id="{E919610C-014A-483C-8F19-CC7B1380157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 rot="4569094">
              <a:off x="5350189" y="1348392"/>
              <a:ext cx="2757291" cy="2724789"/>
            </a:xfrm>
            <a:prstGeom prst="arc">
              <a:avLst/>
            </a:prstGeom>
            <a:ln w="317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弧形 19">
              <a:extLst>
                <a:ext uri="{FF2B5EF4-FFF2-40B4-BE49-F238E27FC236}">
                  <a16:creationId xmlns:a16="http://schemas.microsoft.com/office/drawing/2014/main" id="{B0AE8162-0C21-4A9D-A5D8-4F27191643B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1382099">
              <a:off x="9499896" y="1268020"/>
              <a:ext cx="2757291" cy="2724789"/>
            </a:xfrm>
            <a:prstGeom prst="arc">
              <a:avLst/>
            </a:prstGeom>
            <a:ln w="317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D5BB7015-7F17-42B5-A3C3-13B988240ED8}"/>
                </a:ext>
              </a:extLst>
            </p:cNvPr>
            <p:cNvGrpSpPr/>
            <p:nvPr/>
          </p:nvGrpSpPr>
          <p:grpSpPr>
            <a:xfrm>
              <a:off x="6622357" y="2083436"/>
              <a:ext cx="4315833" cy="3222443"/>
              <a:chOff x="6622357" y="2083436"/>
              <a:chExt cx="4315833" cy="3222443"/>
            </a:xfrm>
          </p:grpSpPr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855E05A5-4137-4190-88B1-B2E820FB466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28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350724">
                <a:off x="8635263" y="4262773"/>
                <a:ext cx="2053147" cy="941001"/>
              </a:xfrm>
              <a:prstGeom prst="rect">
                <a:avLst/>
              </a:prstGeom>
            </p:spPr>
          </p:pic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B81B3346-6C62-4CB6-B710-3F6B8F81A94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 r:embed="rId2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22357" y="2083436"/>
                <a:ext cx="1272669" cy="1170297"/>
              </a:xfrm>
              <a:prstGeom prst="rect">
                <a:avLst/>
              </a:prstGeom>
            </p:spPr>
          </p:pic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6FAB9661-60A4-4014-BECA-45902623F8B3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5"/>
                </p:custDataLst>
              </p:nvPr>
            </p:nvPicPr>
            <p:blipFill>
              <a:blip r:embed="rId3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30551" y="2407824"/>
                <a:ext cx="1500371" cy="1500371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4D83FB0-686C-4261-B16D-C8093CF0F2A8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>
              <a:blip r:embed="rId3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49233" y="2124105"/>
                <a:ext cx="1088957" cy="1088957"/>
              </a:xfrm>
              <a:prstGeom prst="rect">
                <a:avLst/>
              </a:prstGeom>
            </p:spPr>
          </p:pic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0B1DABF1-726E-4B3B-8C3C-76C8D177772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 r:embed="rId3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50759" y="4259636"/>
                <a:ext cx="496129" cy="496129"/>
              </a:xfrm>
              <a:prstGeom prst="rect">
                <a:avLst/>
              </a:prstGeom>
            </p:spPr>
          </p:pic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D0DE4A5D-93CA-4044-815B-F238A2A37208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8"/>
                </p:custDataLst>
              </p:nvPr>
            </p:nvPicPr>
            <p:blipFill>
              <a:blip r:embed="rId3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85127" y="4499506"/>
                <a:ext cx="496129" cy="496129"/>
              </a:xfrm>
              <a:prstGeom prst="rect">
                <a:avLst/>
              </a:prstGeom>
            </p:spPr>
          </p:pic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D61C423C-1677-4D6E-93C2-E5F11B392E3B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9"/>
                </p:custDataLst>
              </p:nvPr>
            </p:nvPicPr>
            <p:blipFill>
              <a:blip r:embed="rId3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47762" y="4359672"/>
                <a:ext cx="496129" cy="49612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716AB85D-4C72-4A7C-AFAA-7AFF63F766F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0"/>
                </p:custDataLst>
              </p:nvPr>
            </p:nvPicPr>
            <p:blipFill>
              <a:blip r:embed="rId35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85127" y="3158009"/>
                <a:ext cx="779292" cy="779292"/>
              </a:xfrm>
              <a:prstGeom prst="rect">
                <a:avLst/>
              </a:prstGeom>
            </p:spPr>
          </p:pic>
          <p:pic>
            <p:nvPicPr>
              <p:cNvPr id="30" name="图片 29">
                <a:extLst>
                  <a:ext uri="{FF2B5EF4-FFF2-40B4-BE49-F238E27FC236}">
                    <a16:creationId xmlns:a16="http://schemas.microsoft.com/office/drawing/2014/main" id="{BCE54D7A-45D9-492C-912A-E8F2A562DE34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1"/>
                </p:custDataLst>
              </p:nvPr>
            </p:nvPicPr>
            <p:blipFill>
              <a:blip r:embed="rId35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97054" y="3128903"/>
                <a:ext cx="779292" cy="779292"/>
              </a:xfrm>
              <a:prstGeom prst="rect">
                <a:avLst/>
              </a:prstGeom>
            </p:spPr>
          </p:pic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C33FD2A9-6F6F-4A75-81B8-0FBD6A46576D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2"/>
                </p:custDataLst>
              </p:nvPr>
            </p:nvPicPr>
            <p:blipFill>
              <a:blip r:embed="rId35" cstate="print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4742" y="3566464"/>
                <a:ext cx="779292" cy="779292"/>
              </a:xfrm>
              <a:prstGeom prst="rect">
                <a:avLst/>
              </a:prstGeom>
            </p:spPr>
          </p:pic>
          <p:pic>
            <p:nvPicPr>
              <p:cNvPr id="32" name="图片 31">
                <a:extLst>
                  <a:ext uri="{FF2B5EF4-FFF2-40B4-BE49-F238E27FC236}">
                    <a16:creationId xmlns:a16="http://schemas.microsoft.com/office/drawing/2014/main" id="{D9B9105A-5FF6-4FD0-96C7-BC0DA4721C94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3"/>
                </p:custDataLst>
              </p:nvPr>
            </p:nvPicPr>
            <p:blipFill>
              <a:blip r:embed="rId3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50043" y="4099489"/>
                <a:ext cx="908709" cy="1206390"/>
              </a:xfrm>
              <a:prstGeom prst="rect">
                <a:avLst/>
              </a:prstGeom>
            </p:spPr>
          </p:pic>
          <p:pic>
            <p:nvPicPr>
              <p:cNvPr id="33" name="图片 32">
                <a:extLst>
                  <a:ext uri="{FF2B5EF4-FFF2-40B4-BE49-F238E27FC236}">
                    <a16:creationId xmlns:a16="http://schemas.microsoft.com/office/drawing/2014/main" id="{E76AF5F0-D356-4A53-8991-FF684C62D33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4"/>
                </p:custDataLst>
              </p:nvPr>
            </p:nvPicPr>
            <p:blipFill>
              <a:blip r:embed="rId3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359" y="4387471"/>
                <a:ext cx="779292" cy="77929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39887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D69AC-2DBD-4A39-A043-C176DF11D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</a:rPr>
              <a:t>案例五</a:t>
            </a:r>
            <a:r>
              <a:rPr lang="en-US" altLang="zh-CN" dirty="0">
                <a:latin typeface="Garamond" panose="02020404030301010803" pitchFamily="18" charset="0"/>
              </a:rPr>
              <a:t>——</a:t>
            </a:r>
            <a:r>
              <a:rPr lang="zh-CN" altLang="en-US" dirty="0">
                <a:latin typeface="Garamond" panose="02020404030301010803" pitchFamily="18" charset="0"/>
              </a:rPr>
              <a:t>联邦学习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2FB855-067B-4D8C-9434-5A404E1B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19</a:t>
            </a:fld>
            <a:endParaRPr kumimoji="1" lang="zh-CN" altLang="en-US" dirty="0"/>
          </a:p>
        </p:txBody>
      </p:sp>
      <p:sp>
        <p:nvSpPr>
          <p:cNvPr id="5" name="矩形: 圆角 14">
            <a:extLst>
              <a:ext uri="{FF2B5EF4-FFF2-40B4-BE49-F238E27FC236}">
                <a16:creationId xmlns:a16="http://schemas.microsoft.com/office/drawing/2014/main" id="{4EC2F9B7-3D00-41E6-BC6A-1FE034AA150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7565" y="1294765"/>
            <a:ext cx="10598150" cy="575310"/>
          </a:xfrm>
          <a:prstGeom prst="rect">
            <a:avLst/>
          </a:prstGeom>
          <a:solidFill>
            <a:srgbClr val="A40A57"/>
          </a:solidFill>
          <a:ln w="12700" cap="flat" cmpd="sng" algn="ctr">
            <a:noFill/>
            <a:prstDash val="solid"/>
            <a:miter lim="800000"/>
          </a:ln>
          <a:effectLst>
            <a:outerShdw blurRad="254000" dist="254000" dir="5400000" sx="90000" sy="90000" algn="t" rotWithShape="0">
              <a:srgbClr val="56A1FF">
                <a:lumMod val="50000"/>
                <a:alpha val="25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+mn-ea"/>
                <a:sym typeface="+mn-ea"/>
              </a:rPr>
              <a:t>集中式模型训练向分布式机器学习迈进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A0E769B-D6F7-4FAA-A695-81F8939E8CC9}"/>
              </a:ext>
            </a:extLst>
          </p:cNvPr>
          <p:cNvGrpSpPr/>
          <p:nvPr/>
        </p:nvGrpSpPr>
        <p:grpSpPr>
          <a:xfrm>
            <a:off x="4322445" y="1847215"/>
            <a:ext cx="3747770" cy="3747770"/>
            <a:chOff x="2949438" y="1133055"/>
            <a:chExt cx="3245124" cy="3245124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FCF6D75-D15E-454B-9687-721B1DEACF60}"/>
                </a:ext>
              </a:extLst>
            </p:cNvPr>
            <p:cNvGrpSpPr/>
            <p:nvPr/>
          </p:nvGrpSpPr>
          <p:grpSpPr>
            <a:xfrm>
              <a:off x="2949438" y="1133055"/>
              <a:ext cx="3245124" cy="3245124"/>
              <a:chOff x="2554552" y="884417"/>
              <a:chExt cx="4121982" cy="4121982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13E00554-C9F0-4555-A2EB-C5537F88F0AF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3117055" y="1446920"/>
                <a:ext cx="2996977" cy="2996977"/>
              </a:xfrm>
              <a:prstGeom prst="ellipse">
                <a:avLst/>
              </a:prstGeom>
              <a:gradFill flip="none" rotWithShape="1">
                <a:gsLst>
                  <a:gs pos="51000">
                    <a:schemeClr val="accent1">
                      <a:lumMod val="20000"/>
                      <a:lumOff val="80000"/>
                      <a:alpha val="0"/>
                    </a:schemeClr>
                  </a:gs>
                  <a:gs pos="100000">
                    <a:schemeClr val="accent1"/>
                  </a:gs>
                </a:gsLst>
                <a:path path="circl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sz="1400" kern="0" dirty="0">
                  <a:solidFill>
                    <a:prstClr val="white"/>
                  </a:solidFill>
                  <a:latin typeface="思源黑体 Medium" panose="020B0600000000000000" charset="-122"/>
                  <a:ea typeface="思源黑体 Medium" panose="020B0600000000000000" charset="-122"/>
                </a:endParaRPr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E5617620-BC2B-465B-A999-B5EC4E6BAE73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2554552" y="884417"/>
                <a:ext cx="4121982" cy="4121982"/>
              </a:xfrm>
              <a:prstGeom prst="ellipse">
                <a:avLst/>
              </a:prstGeom>
              <a:noFill/>
              <a:ln w="12700" cap="flat" cmpd="sng" algn="ctr">
                <a:gradFill flip="none" rotWithShape="1">
                  <a:gsLst>
                    <a:gs pos="0">
                      <a:schemeClr val="accent1"/>
                    </a:gs>
                    <a:gs pos="93000">
                      <a:schemeClr val="accent1">
                        <a:alpha val="0"/>
                      </a:schemeClr>
                    </a:gs>
                    <a:gs pos="7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sz="1400" kern="0" dirty="0">
                  <a:solidFill>
                    <a:prstClr val="white"/>
                  </a:solidFill>
                  <a:latin typeface="思源黑体 Medium" panose="020B0600000000000000" charset="-122"/>
                  <a:ea typeface="思源黑体 Medium" panose="020B0600000000000000" charset="-122"/>
                </a:endParaRPr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D6CC951A-0713-4F07-9F50-0AE2CA9D0BAD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3655248" y="1983142"/>
                <a:ext cx="1920590" cy="1920591"/>
              </a:xfrm>
              <a:prstGeom prst="ellipse">
                <a:avLst/>
              </a:prstGeom>
              <a:solidFill>
                <a:srgbClr val="A40A5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54000" dist="254000" dir="5400000" sx="90000" sy="90000" algn="t" rotWithShape="0">
                  <a:srgbClr val="56A1FF">
                    <a:lumMod val="50000"/>
                    <a:alpha val="25000"/>
                  </a:srgb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sz="2800" b="1" dirty="0">
                  <a:solidFill>
                    <a:srgbClr val="FFFFFF"/>
                  </a:solidFill>
                  <a:latin typeface="+mn-ea"/>
                  <a:sym typeface="+mn-ea"/>
                </a:endParaRPr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9CB5A49-BA65-436D-8186-14346686478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973114" y="2267412"/>
              <a:ext cx="3197772" cy="8786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6000" b="1" dirty="0">
                  <a:solidFill>
                    <a:schemeClr val="bg1"/>
                  </a:solidFill>
                  <a:latin typeface="思源黑体 Medium" panose="020B0600000000000000" charset="-122"/>
                  <a:ea typeface="思源黑体 Medium" panose="020B0600000000000000" charset="-122"/>
                </a:rPr>
                <a:t>VS</a:t>
              </a:r>
            </a:p>
          </p:txBody>
        </p:sp>
      </p:grpSp>
      <p:grpSp>
        <p:nvGrpSpPr>
          <p:cNvPr id="12" name="组合 11" descr="e7d195523061f1c09e9d68d7cf438b91ef959ecb14fc25d26BBA7F7DBC18E55DFF4014AF651F0BF2569D4B6C1DA7F1A4683A481403BD872FC687266AD13265C1DE7C373772FD8728ABDD69ADD03BFF5BE2862BC891DBB79E9334A8DDDB792E363926ED0FB6A59E2D1A72B3F3593FD9F749783EE2C5937E2E7D3F22A0DA085C895555A1C83B4C928511779BD2D59E3BF3">
            <a:extLst>
              <a:ext uri="{FF2B5EF4-FFF2-40B4-BE49-F238E27FC236}">
                <a16:creationId xmlns:a16="http://schemas.microsoft.com/office/drawing/2014/main" id="{78F256D1-6191-490D-A916-54E8B1707577}"/>
              </a:ext>
            </a:extLst>
          </p:cNvPr>
          <p:cNvGrpSpPr/>
          <p:nvPr/>
        </p:nvGrpSpPr>
        <p:grpSpPr>
          <a:xfrm>
            <a:off x="838200" y="2072640"/>
            <a:ext cx="2974340" cy="429896"/>
            <a:chOff x="693766" y="3024388"/>
            <a:chExt cx="1171823" cy="348491"/>
          </a:xfrm>
          <a:solidFill>
            <a:srgbClr val="A40A57"/>
          </a:solidFill>
        </p:grpSpPr>
        <p:sp>
          <p:nvSpPr>
            <p:cNvPr id="13" name="矩形: 圆角 41">
              <a:extLst>
                <a:ext uri="{FF2B5EF4-FFF2-40B4-BE49-F238E27FC236}">
                  <a16:creationId xmlns:a16="http://schemas.microsoft.com/office/drawing/2014/main" id="{8E172642-73A2-43BF-9F3E-558DB9FD2E3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93766" y="3030973"/>
              <a:ext cx="1171823" cy="341906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254000" dist="254000" dir="5400000" sx="90000" sy="90000" algn="t" rotWithShape="0">
                <a:srgbClr val="56A1FF">
                  <a:lumMod val="50000"/>
                  <a:alpha val="25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endParaRPr sz="2000" b="1" dirty="0">
                <a:solidFill>
                  <a:srgbClr val="FFFFFF"/>
                </a:solidFill>
                <a:latin typeface="+mn-ea"/>
                <a:sym typeface="+mn-ea"/>
              </a:endParaRPr>
            </a:p>
          </p:txBody>
        </p:sp>
        <p:sp>
          <p:nvSpPr>
            <p:cNvPr id="14" name="文本框 13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>
              <a:extLst>
                <a:ext uri="{FF2B5EF4-FFF2-40B4-BE49-F238E27FC236}">
                  <a16:creationId xmlns:a16="http://schemas.microsoft.com/office/drawing/2014/main" id="{992F5AA6-E074-4CF4-9A2C-B2AE8793E7D2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739580" y="3024388"/>
              <a:ext cx="1080195" cy="323267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latin typeface="思源黑体 Medium" panose="020B0600000000000000" charset="-122"/>
                  <a:ea typeface="思源黑体 Medium" panose="020B0600000000000000" charset="-122"/>
                </a:rPr>
                <a:t>（a）集中式模型训练</a:t>
              </a:r>
            </a:p>
          </p:txBody>
        </p:sp>
      </p:grpSp>
      <p:grpSp>
        <p:nvGrpSpPr>
          <p:cNvPr id="15" name="组合 14" descr="e7d195523061f1c09e9d68d7cf438b91ef959ecb14fc25d26BBA7F7DBC18E55DFF4014AF651F0BF2569D4B6C1DA7F1A4683A481403BD872FC687266AD13265C1DE7C373772FD8728ABDD69ADD03BFF5BE2862BC891DBB79E9334A8DDDB792E363926ED0FB6A59E2D1A72B3F3593FD9F749783EE2C5937E2E7D3F22A0DA085C895555A1C83B4C928511779BD2D59E3BF3">
            <a:extLst>
              <a:ext uri="{FF2B5EF4-FFF2-40B4-BE49-F238E27FC236}">
                <a16:creationId xmlns:a16="http://schemas.microsoft.com/office/drawing/2014/main" id="{116EC8BB-3468-4065-AD02-1041F98446FA}"/>
              </a:ext>
            </a:extLst>
          </p:cNvPr>
          <p:cNvGrpSpPr/>
          <p:nvPr/>
        </p:nvGrpSpPr>
        <p:grpSpPr>
          <a:xfrm>
            <a:off x="8458835" y="2072640"/>
            <a:ext cx="3100070" cy="429895"/>
            <a:chOff x="693766" y="3024388"/>
            <a:chExt cx="1171823" cy="348491"/>
          </a:xfrm>
          <a:solidFill>
            <a:srgbClr val="A40A57"/>
          </a:solidFill>
        </p:grpSpPr>
        <p:sp>
          <p:nvSpPr>
            <p:cNvPr id="16" name="矩形: 圆角 45">
              <a:extLst>
                <a:ext uri="{FF2B5EF4-FFF2-40B4-BE49-F238E27FC236}">
                  <a16:creationId xmlns:a16="http://schemas.microsoft.com/office/drawing/2014/main" id="{0ED5F63A-DA37-47D6-A72D-575E4B1F0D0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93766" y="3030973"/>
              <a:ext cx="1171823" cy="341906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254000" dist="254000" dir="5400000" sx="90000" sy="90000" algn="t" rotWithShape="0">
                <a:srgbClr val="56A1FF">
                  <a:lumMod val="50000"/>
                  <a:alpha val="25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endParaRPr sz="2000" b="1" dirty="0">
                <a:solidFill>
                  <a:srgbClr val="FFFFFF"/>
                </a:solidFill>
                <a:latin typeface="+mn-ea"/>
                <a:sym typeface="+mn-ea"/>
              </a:endParaRPr>
            </a:p>
          </p:txBody>
        </p:sp>
        <p:sp>
          <p:nvSpPr>
            <p:cNvPr id="17" name="文本框 16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>
              <a:extLst>
                <a:ext uri="{FF2B5EF4-FFF2-40B4-BE49-F238E27FC236}">
                  <a16:creationId xmlns:a16="http://schemas.microsoft.com/office/drawing/2014/main" id="{1B13E164-762B-4F14-A272-79A89794D863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739580" y="3024388"/>
              <a:ext cx="1080195" cy="323267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zh-CN" altLang="en-US" sz="2000" b="1">
                  <a:solidFill>
                    <a:schemeClr val="bg1"/>
                  </a:solidFill>
                  <a:latin typeface="思源黑体 Medium" panose="020B0600000000000000" charset="-122"/>
                  <a:ea typeface="思源黑体 Medium" panose="020B0600000000000000" charset="-122"/>
                </a:rPr>
                <a:t>（b）联邦学习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CAB1AFF-A93B-43FD-82CF-A17990102765}"/>
              </a:ext>
            </a:extLst>
          </p:cNvPr>
          <p:cNvGrpSpPr/>
          <p:nvPr/>
        </p:nvGrpSpPr>
        <p:grpSpPr>
          <a:xfrm>
            <a:off x="1026160" y="2583180"/>
            <a:ext cx="2753360" cy="2288540"/>
            <a:chOff x="566823" y="2223684"/>
            <a:chExt cx="3466965" cy="2881609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4D66D0F-8A08-4F25-940F-0448D4CB9DF8}"/>
                </a:ext>
              </a:extLst>
            </p:cNvPr>
            <p:cNvGrpSpPr/>
            <p:nvPr/>
          </p:nvGrpSpPr>
          <p:grpSpPr>
            <a:xfrm>
              <a:off x="566823" y="2223684"/>
              <a:ext cx="3466965" cy="2881609"/>
              <a:chOff x="566823" y="1675536"/>
              <a:chExt cx="3466965" cy="288160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2BAEA667-1004-468A-A0EA-02533DCE153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21"/>
              <a:stretch>
                <a:fillRect/>
              </a:stretch>
            </p:blipFill>
            <p:spPr>
              <a:xfrm>
                <a:off x="566823" y="1675536"/>
                <a:ext cx="3466965" cy="2881609"/>
              </a:xfrm>
              <a:prstGeom prst="rect">
                <a:avLst/>
              </a:prstGeom>
            </p:spPr>
          </p:pic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F6224C1-D04C-4967-95FA-8C5874DBC5A6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3030487" y="3404272"/>
                <a:ext cx="677418" cy="3861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rgbClr val="C00000"/>
                    </a:solidFill>
                    <a:highlight>
                      <a:srgbClr val="FFFF00"/>
                    </a:highlight>
                  </a:rPr>
                  <a:t>数据</a:t>
                </a:r>
              </a:p>
            </p:txBody>
          </p: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D68545E-6051-482C-BA99-D244FA7234D0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762734" y="3952419"/>
              <a:ext cx="677418" cy="3861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highlight>
                    <a:srgbClr val="FFFF00"/>
                  </a:highlight>
                </a:rPr>
                <a:t>数据</a:t>
              </a:r>
            </a:p>
          </p:txBody>
        </p:sp>
      </p:grpSp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E82CC32D-AC81-4517-AB77-25B6C374D019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>
            <a:off x="785495" y="4724400"/>
            <a:ext cx="3536950" cy="48450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800" kern="0" dirty="0"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</a:rPr>
              <a:t>网络中传输海量数据→</a:t>
            </a:r>
            <a:r>
              <a:rPr lang="zh-CN" altLang="en-US" sz="1800" b="1" kern="0" dirty="0"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</a:rPr>
              <a:t>消耗大量通信资源</a:t>
            </a:r>
            <a:endParaRPr lang="en-US" altLang="zh-CN" sz="1800" b="1" kern="0" dirty="0"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</a:endParaRPr>
          </a:p>
        </p:txBody>
      </p: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5B8292BA-0F8D-4F80-9C33-8A75B3F88B5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803225" y="5504404"/>
            <a:ext cx="3111104" cy="48435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800" b="1" kern="0" dirty="0">
                <a:latin typeface="思源黑体 Medium" panose="020B0600000000000000" charset="-122"/>
                <a:ea typeface="思源黑体 Medium" panose="020B0600000000000000" charset="-122"/>
                <a:cs typeface="Arial" panose="020B0604020202020204" pitchFamily="34" charset="0"/>
              </a:rPr>
              <a:t>泄露用户隐私</a:t>
            </a:r>
          </a:p>
        </p:txBody>
      </p:sp>
      <p:sp>
        <p:nvSpPr>
          <p:cNvPr id="25" name="内容占位符 2">
            <a:extLst>
              <a:ext uri="{FF2B5EF4-FFF2-40B4-BE49-F238E27FC236}">
                <a16:creationId xmlns:a16="http://schemas.microsoft.com/office/drawing/2014/main" id="{56BEF6AB-07BB-4201-BC01-38FD06A128E6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7781290" y="5001895"/>
            <a:ext cx="3898265" cy="48450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800" kern="0" dirty="0"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</a:rPr>
              <a:t>终端设备上训练本地模型，仅交换模型参数→</a:t>
            </a:r>
            <a:r>
              <a:rPr lang="zh-CN" altLang="en-US" sz="1800" b="1" kern="0" dirty="0"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</a:rPr>
              <a:t>保护数据隐私</a:t>
            </a:r>
            <a:endParaRPr lang="en-US" altLang="zh-CN" sz="1800" b="1" kern="0" dirty="0"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</a:endParaRPr>
          </a:p>
        </p:txBody>
      </p:sp>
      <p:sp>
        <p:nvSpPr>
          <p:cNvPr id="26" name="内容占位符 2">
            <a:extLst>
              <a:ext uri="{FF2B5EF4-FFF2-40B4-BE49-F238E27FC236}">
                <a16:creationId xmlns:a16="http://schemas.microsoft.com/office/drawing/2014/main" id="{E25C8D53-71FE-4561-A91F-F89A644D75F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7781290" y="5773420"/>
            <a:ext cx="3801110" cy="48450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800" kern="0" dirty="0"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</a:rPr>
              <a:t>聚合所有设备的数据特征→</a:t>
            </a:r>
            <a:r>
              <a:rPr lang="zh-CN" altLang="en-US" sz="1800" b="1" kern="0" dirty="0"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</a:rPr>
              <a:t>提高模型泛化能力</a:t>
            </a:r>
            <a:endParaRPr lang="en-US" altLang="zh-CN" sz="1800" b="1" kern="0" dirty="0"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0490C4E-06C4-4962-B652-A4BA4BB1AA9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04825" y="6434045"/>
            <a:ext cx="3707904" cy="292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Medium" panose="020B0600000000000000" charset="-122"/>
              <a:ea typeface="思源黑体 Medium" panose="020B0600000000000000" charset="-122"/>
            </a:endParaRPr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8F0C5A22-AD0B-47AB-ABD4-743BA4412D75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804462" y="5907288"/>
            <a:ext cx="3762490" cy="48435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微软雅黑" panose="020B050302020402020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800" kern="0" dirty="0"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</a:rPr>
              <a:t>如何在保护数据隐私的情况下，训练一个通用</a:t>
            </a:r>
            <a:r>
              <a:rPr lang="en-US" altLang="zh-CN" sz="1800" kern="0" dirty="0"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</a:rPr>
              <a:t>AI</a:t>
            </a:r>
            <a:r>
              <a:rPr lang="zh-CN" altLang="en-US" sz="1800" kern="0" dirty="0"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</a:rPr>
              <a:t>模型？</a:t>
            </a:r>
            <a:endParaRPr lang="en-US" altLang="zh-CN" sz="1800" kern="0" dirty="0"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</a:endParaRPr>
          </a:p>
        </p:txBody>
      </p:sp>
      <p:pic>
        <p:nvPicPr>
          <p:cNvPr id="29" name="Picture 5">
            <a:extLst>
              <a:ext uri="{FF2B5EF4-FFF2-40B4-BE49-F238E27FC236}">
                <a16:creationId xmlns:a16="http://schemas.microsoft.com/office/drawing/2014/main" id="{C69D4B20-0633-44B4-8C99-739AAD2AFB55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290" y="2586990"/>
            <a:ext cx="4186555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0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3" grpId="0"/>
      <p:bldP spid="24" grpId="0"/>
      <p:bldP spid="25" grpId="0"/>
      <p:bldP spid="26" grpId="0"/>
      <p:bldP spid="2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2003</TotalTime>
  <Words>1130</Words>
  <Application>Microsoft Macintosh PowerPoint</Application>
  <PresentationFormat>宽屏</PresentationFormat>
  <Paragraphs>261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等线</vt:lpstr>
      <vt:lpstr>思源黑体 Medium</vt:lpstr>
      <vt:lpstr>Microsoft YaHei</vt:lpstr>
      <vt:lpstr>Microsoft YaHei</vt:lpstr>
      <vt:lpstr>Arial</vt:lpstr>
      <vt:lpstr>Cambria Math</vt:lpstr>
      <vt:lpstr>Consolas</vt:lpstr>
      <vt:lpstr>Courier New</vt:lpstr>
      <vt:lpstr>Garamond</vt:lpstr>
      <vt:lpstr>Wingdings</vt:lpstr>
      <vt:lpstr>webwppDefTheme</vt:lpstr>
      <vt:lpstr>Office 主题​​</vt:lpstr>
      <vt:lpstr>第四章 分布式系统 ——并行计算</vt:lpstr>
      <vt:lpstr>本章内容</vt:lpstr>
      <vt:lpstr>并行计算(Parallel Computing)</vt:lpstr>
      <vt:lpstr>并行计算(Parallel Computing)</vt:lpstr>
      <vt:lpstr>并行计算(Parallel Computing)</vt:lpstr>
      <vt:lpstr>并行计算(Parallel Computing)</vt:lpstr>
      <vt:lpstr>本章内容</vt:lpstr>
      <vt:lpstr>并行编程(Parallel Programming)</vt:lpstr>
      <vt:lpstr>并行编程(Parallel Programming)</vt:lpstr>
      <vt:lpstr>并行编程(Parallel Programming)</vt:lpstr>
      <vt:lpstr>并行编程(Parallel Programming)</vt:lpstr>
      <vt:lpstr>本章内容</vt:lpstr>
      <vt:lpstr>案例一——求和</vt:lpstr>
      <vt:lpstr>案例一——求和</vt:lpstr>
      <vt:lpstr>案例二——Merkle Tree</vt:lpstr>
      <vt:lpstr>案例三——2D-Grid Solver</vt:lpstr>
      <vt:lpstr>案例三——2D-Grid Solver</vt:lpstr>
      <vt:lpstr>案例四——GLSL</vt:lpstr>
      <vt:lpstr>案例五——联邦学习</vt:lpstr>
      <vt:lpstr>案例五——联邦学习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比特币</dc:title>
  <dc:creator>Yong Cui</dc:creator>
  <cp:lastModifiedBy>侯璐 h</cp:lastModifiedBy>
  <cp:revision>369</cp:revision>
  <dcterms:created xsi:type="dcterms:W3CDTF">2021-04-18T13:48:02Z</dcterms:created>
  <dcterms:modified xsi:type="dcterms:W3CDTF">2026-05-22T11:44:53Z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